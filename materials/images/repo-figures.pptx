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880B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39" d="100"/>
          <a:sy n="39" d="100"/>
        </p:scale>
        <p:origin x="5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D340-7059-4D1A-DB5F-BBF101657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97AFD-2D54-2D86-5176-19AC7C364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BB598-3E7D-3B9F-D0BF-07CB4215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8A68F-297B-6822-15D1-C08DF53B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E954-D127-3CA0-27B7-57A07EBE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83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5DC3-1FD6-26F6-C31C-6575C67B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CBEA-3249-32E4-231B-7ACBF002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CAAA-1E72-116B-2C56-20252186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14057-5A9E-6F16-E92F-FA0D532B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17C39-1F4B-D77E-73C9-E2259516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68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3FCC-A562-CFFE-745D-CF0208F2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F1750-90A4-8001-B39A-E7A5A029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51F30-05C7-B79D-155D-B08F6576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09387-5117-7468-0398-AC4189D7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2858-BB64-2F91-2679-EB711CC8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62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0858-9289-771D-0A43-3B6BA924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01E4-9E88-3164-F9F8-454E6249F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5F1E4-181D-C08D-9790-8A255C46D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18250-B4AB-A109-3D89-C4489D10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13BBD-3232-E3AE-F2E6-A2189A11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151E9-7893-EE06-5922-302F5325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4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7925-B341-3D18-CBA8-B6194024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056F4-9FCC-7B13-4B27-9B3646F94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C6BD9-D81E-A00F-9C62-321FC508C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BCA73-2943-E743-17FB-7DD04AB1E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57756-895B-79BE-5FBD-760AA8073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D8A444-BA9C-302B-8146-A516941F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468A3-3EBB-F2C3-A348-0FEA82171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8F7BB-C588-C07D-43D9-D6F12C43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4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D548-5252-CE37-7CB5-90FBFEEE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8320C-609D-E4B1-BDF2-DF1288EF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AD8B4-415D-AEF3-48AA-8D08BF48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23853-752F-8233-C088-0D63481C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35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CEDEB-BBD2-70D8-F68E-DC37A578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5AE18-56D6-0345-2DBF-2F7D809D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1EDE9-BBAB-CC9A-7583-F5C19897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93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31AB-14FE-0FA3-7A6C-7C13AE38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DF200-1E02-F986-A46E-512FFD51E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81989-F27A-5535-6F2E-D30E41BF4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18D00-2ED2-2A16-26DE-95C0E51B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1949B-BB2C-3910-F90E-D96BAF2C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5A128-A524-CD3E-BF3B-3A63AC77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86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F649-CCE5-1184-1B44-69089E20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CCC3D-0CAA-2970-4DBE-EA4076E43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17159-76AD-BC37-ECC5-6594262AF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1415E-B11A-1218-814F-84D17682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DB6DE-8B8F-2BFF-0A31-FE77B02C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AA5E6-5321-BA7E-73BA-CE04C4DA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43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0A70-0966-896D-B27D-8B606571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E9DC4-0CBE-041F-F6E5-EC19DBA4D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A7C26-9661-C6B7-4DFF-53FB1FA0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BDBE-41C3-E2FF-FCEB-317ED7B8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5392F-9F84-7416-05B8-3941CD7A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697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6CBA6-A774-E762-5550-CB3B0FB8E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9B931-D5C1-B4E1-CAA1-C6D2C8773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C383F-D895-CEE3-E5D6-44C39E7A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07A2-E285-305B-E0EB-346748EA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DBA3-3D9B-805B-3306-3B14C142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09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F0404-7B21-72B9-2466-680EE811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82824-D2E5-C543-A2BF-0AE06073B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0EDD9-DA3A-6C5B-C97A-26A81310C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4B5E3-46D6-4573-8542-0B344A7439E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2A510-62E3-6F33-A326-5C299E8F6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B35DC-8426-17D8-D4DD-13EF4346D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96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svg"/><Relationship Id="rId18" Type="http://schemas.openxmlformats.org/officeDocument/2006/relationships/image" Target="../media/image39.svg"/><Relationship Id="rId3" Type="http://schemas.openxmlformats.org/officeDocument/2006/relationships/image" Target="../media/image24.svg"/><Relationship Id="rId21" Type="http://schemas.openxmlformats.org/officeDocument/2006/relationships/image" Target="../media/image42.sv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17" Type="http://schemas.openxmlformats.org/officeDocument/2006/relationships/image" Target="../media/image38.svg"/><Relationship Id="rId2" Type="http://schemas.openxmlformats.org/officeDocument/2006/relationships/image" Target="../media/image23.svg"/><Relationship Id="rId16" Type="http://schemas.openxmlformats.org/officeDocument/2006/relationships/image" Target="../media/image37.sv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svg"/><Relationship Id="rId19" Type="http://schemas.openxmlformats.org/officeDocument/2006/relationships/image" Target="../media/image40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Relationship Id="rId1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E1C8D6B-D9E6-DA3D-3E86-4C5FB3FC0BB2}"/>
              </a:ext>
            </a:extLst>
          </p:cNvPr>
          <p:cNvSpPr/>
          <p:nvPr/>
        </p:nvSpPr>
        <p:spPr>
          <a:xfrm>
            <a:off x="827584" y="1556792"/>
            <a:ext cx="7229616" cy="3456384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A7A30-192F-52C6-1832-451C8204B804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3A6229-1749-1655-689D-5A4852D7B96B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577E634-7BEE-E371-0DC1-A6260775A8AD}"/>
              </a:ext>
            </a:extLst>
          </p:cNvPr>
          <p:cNvGrpSpPr/>
          <p:nvPr/>
        </p:nvGrpSpPr>
        <p:grpSpPr>
          <a:xfrm>
            <a:off x="1522072" y="2305156"/>
            <a:ext cx="3456970" cy="691796"/>
            <a:chOff x="1522072" y="2448595"/>
            <a:chExt cx="3456970" cy="691796"/>
          </a:xfrm>
        </p:grpSpPr>
        <p:pic>
          <p:nvPicPr>
            <p:cNvPr id="26" name="Graphic 25" descr="Race Flag with solid fill">
              <a:extLst>
                <a:ext uri="{FF2B5EF4-FFF2-40B4-BE49-F238E27FC236}">
                  <a16:creationId xmlns:a16="http://schemas.microsoft.com/office/drawing/2014/main" id="{48EC2132-AE06-03ED-42AE-A56C429B3A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55180" y="2716529"/>
              <a:ext cx="423862" cy="42386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88D4FC-B9C1-61B3-0163-9F0DCE40A689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Uncensored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B2828FB-7BC3-1D09-C197-D3E911C38D15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  <a:tailEnd type="triangle"/>
            </a:ln>
            <a:effectLst/>
          </p:spPr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4799F8-1560-7C4A-9531-6660E557D9E7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1DC598-D1B8-66A0-FA78-A666E3F7CE8B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8A05EA-7994-3825-3B2C-23C5D4DC0F3E}"/>
              </a:ext>
            </a:extLst>
          </p:cNvPr>
          <p:cNvGrpSpPr/>
          <p:nvPr/>
        </p:nvGrpSpPr>
        <p:grpSpPr>
          <a:xfrm>
            <a:off x="1522072" y="3474042"/>
            <a:ext cx="5066151" cy="1162607"/>
            <a:chOff x="1497581" y="4754610"/>
            <a:chExt cx="5066151" cy="11626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CE6358-2275-F9C1-7DD5-B3AAE1547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581" y="4974752"/>
              <a:ext cx="1809107" cy="0"/>
            </a:xfrm>
            <a:prstGeom prst="line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8D747A-EAC7-21FD-C9B9-597296345B88}"/>
                </a:ext>
              </a:extLst>
            </p:cNvPr>
            <p:cNvSpPr txBox="1"/>
            <p:nvPr/>
          </p:nvSpPr>
          <p:spPr>
            <a:xfrm>
              <a:off x="1595188" y="5209331"/>
              <a:ext cx="49685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Event occurs at unknown time, within a known window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8295305-B009-0DDF-CADA-036FCC39F3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6688" y="4974752"/>
              <a:ext cx="1553344" cy="0"/>
            </a:xfrm>
            <a:prstGeom prst="line">
              <a:avLst/>
            </a:prstGeom>
            <a:noFill/>
            <a:ln w="57150" cap="flat" cmpd="sng" algn="ctr">
              <a:solidFill>
                <a:srgbClr val="00B1C1"/>
              </a:solidFill>
              <a:prstDash val="sysDot"/>
            </a:ln>
            <a:effectLst/>
          </p:spPr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B48A33F-F133-FB54-F721-FEFEF1861726}"/>
                </a:ext>
              </a:extLst>
            </p:cNvPr>
            <p:cNvGrpSpPr/>
            <p:nvPr/>
          </p:nvGrpSpPr>
          <p:grpSpPr>
            <a:xfrm>
              <a:off x="3889949" y="4754610"/>
              <a:ext cx="423862" cy="434634"/>
              <a:chOff x="3889949" y="4754610"/>
              <a:chExt cx="423862" cy="43463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2BE3240-0430-F223-6F5C-4ECA595E0606}"/>
                  </a:ext>
                </a:extLst>
              </p:cNvPr>
              <p:cNvSpPr/>
              <p:nvPr/>
            </p:nvSpPr>
            <p:spPr>
              <a:xfrm>
                <a:off x="3889949" y="4754610"/>
                <a:ext cx="423862" cy="434634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pic>
            <p:nvPicPr>
              <p:cNvPr id="39" name="Graphic 38" descr="Race Flag with solid fill">
                <a:extLst>
                  <a:ext uri="{FF2B5EF4-FFF2-40B4-BE49-F238E27FC236}">
                    <a16:creationId xmlns:a16="http://schemas.microsoft.com/office/drawing/2014/main" id="{A099C582-525F-25E3-AC34-50C93439F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889949" y="4754610"/>
                <a:ext cx="423862" cy="423862"/>
              </a:xfrm>
              <a:prstGeom prst="rect">
                <a:avLst/>
              </a:prstGeom>
            </p:spPr>
          </p:pic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F50A0AA-2280-AA2D-0049-662987815EF7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4830736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86F2FB7-D5CA-86B3-DAB6-03252BF59EC3}"/>
                </a:ext>
              </a:extLst>
            </p:cNvPr>
            <p:cNvCxnSpPr>
              <a:cxnSpLocks/>
            </p:cNvCxnSpPr>
            <p:nvPr/>
          </p:nvCxnSpPr>
          <p:spPr>
            <a:xfrm>
              <a:off x="3306688" y="4822525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6209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BB78D4-C03C-E855-97A5-C2DE33FC5BE9}"/>
              </a:ext>
            </a:extLst>
          </p:cNvPr>
          <p:cNvSpPr/>
          <p:nvPr/>
        </p:nvSpPr>
        <p:spPr>
          <a:xfrm>
            <a:off x="827584" y="1556792"/>
            <a:ext cx="7229616" cy="3888432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DD92A-7503-D90F-70F0-F85C5A9D91DC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1590A-40C3-10F0-C68F-F201407F3C89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7DF7DB-5DA7-29C6-D8DB-A9FBE27761DF}"/>
              </a:ext>
            </a:extLst>
          </p:cNvPr>
          <p:cNvGrpSpPr/>
          <p:nvPr/>
        </p:nvGrpSpPr>
        <p:grpSpPr>
          <a:xfrm>
            <a:off x="1522072" y="2305156"/>
            <a:ext cx="3456970" cy="691796"/>
            <a:chOff x="1522072" y="2448595"/>
            <a:chExt cx="3456970" cy="691796"/>
          </a:xfrm>
        </p:grpSpPr>
        <p:pic>
          <p:nvPicPr>
            <p:cNvPr id="6" name="Graphic 5" descr="Race Flag with solid fill">
              <a:extLst>
                <a:ext uri="{FF2B5EF4-FFF2-40B4-BE49-F238E27FC236}">
                  <a16:creationId xmlns:a16="http://schemas.microsoft.com/office/drawing/2014/main" id="{B4735C22-3EA4-6CA3-4886-3DD8A04921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55180" y="2716529"/>
              <a:ext cx="423862" cy="4238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0C83C9-0632-21DF-AA26-6E1359796FFA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Uncensored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0B33459-5E4C-8D80-1B4C-81EFE6948B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  <a:tailEnd type="triangle"/>
            </a:ln>
            <a:effectLst/>
          </p:spPr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D63699-F12F-3ED7-014A-2A52BE25FF18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3168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395356-91F0-8AB6-7880-D8637188D13B}"/>
              </a:ext>
            </a:extLst>
          </p:cNvPr>
          <p:cNvCxnSpPr>
            <a:cxnSpLocks/>
          </p:cNvCxnSpPr>
          <p:nvPr/>
        </p:nvCxnSpPr>
        <p:spPr>
          <a:xfrm>
            <a:off x="6714152" y="3808598"/>
            <a:ext cx="943280" cy="0"/>
          </a:xfrm>
          <a:prstGeom prst="straightConnector1">
            <a:avLst/>
          </a:prstGeom>
          <a:noFill/>
          <a:ln w="57150" cap="flat" cmpd="sng" algn="ctr">
            <a:solidFill>
              <a:srgbClr val="00B1C1"/>
            </a:solidFill>
            <a:prstDash val="sysDot"/>
            <a:tailEnd type="triangle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6D7EA8-0989-99EC-CFEB-9FBD87AA9AA3}"/>
              </a:ext>
            </a:extLst>
          </p:cNvPr>
          <p:cNvCxnSpPr>
            <a:cxnSpLocks/>
          </p:cNvCxnSpPr>
          <p:nvPr/>
        </p:nvCxnSpPr>
        <p:spPr>
          <a:xfrm flipH="1">
            <a:off x="1503852" y="3808598"/>
            <a:ext cx="5210300" cy="0"/>
          </a:xfrm>
          <a:prstGeom prst="line">
            <a:avLst/>
          </a:prstGeom>
          <a:noFill/>
          <a:ln w="57150" cap="flat" cmpd="sng" algn="ctr">
            <a:solidFill>
              <a:srgbClr val="00B1C1"/>
            </a:solidFill>
            <a:prstDash val="solid"/>
          </a:ln>
          <a:effectLst/>
        </p:spPr>
      </p:cxnSp>
      <p:pic>
        <p:nvPicPr>
          <p:cNvPr id="12" name="Graphic 11" descr="Question Mark with solid fill">
            <a:extLst>
              <a:ext uri="{FF2B5EF4-FFF2-40B4-BE49-F238E27FC236}">
                <a16:creationId xmlns:a16="http://schemas.microsoft.com/office/drawing/2014/main" id="{C765274E-111F-ACAF-A483-31DCB3295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2400" y="3592574"/>
            <a:ext cx="424800" cy="424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3EEE88-32A5-5B1D-1EE4-EF1FB3DB41E1}"/>
              </a:ext>
            </a:extLst>
          </p:cNvPr>
          <p:cNvSpPr txBox="1"/>
          <p:nvPr/>
        </p:nvSpPr>
        <p:spPr>
          <a:xfrm>
            <a:off x="1508042" y="3284984"/>
            <a:ext cx="52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solidFill>
                  <a:srgbClr val="003E72"/>
                </a:solidFill>
                <a:latin typeface="Arial" charset="0"/>
                <a:cs typeface="Arial" charset="0"/>
              </a:rPr>
              <a:t>Event does not occur before end of study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65E280-1A1C-201D-3D18-BC9C727FE0D6}"/>
              </a:ext>
            </a:extLst>
          </p:cNvPr>
          <p:cNvGrpSpPr/>
          <p:nvPr/>
        </p:nvGrpSpPr>
        <p:grpSpPr>
          <a:xfrm>
            <a:off x="1503852" y="4509120"/>
            <a:ext cx="3647719" cy="424800"/>
            <a:chOff x="1508042" y="3814010"/>
            <a:chExt cx="3647719" cy="4248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B5EEC10-714D-55D9-FC25-77781D7779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8042" y="4022786"/>
              <a:ext cx="3423998" cy="3624"/>
            </a:xfrm>
            <a:prstGeom prst="line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</a:ln>
            <a:effectLst/>
          </p:spPr>
        </p:cxnSp>
        <p:pic>
          <p:nvPicPr>
            <p:cNvPr id="16" name="Graphic 15" descr="Close with solid fill">
              <a:extLst>
                <a:ext uri="{FF2B5EF4-FFF2-40B4-BE49-F238E27FC236}">
                  <a16:creationId xmlns:a16="http://schemas.microsoft.com/office/drawing/2014/main" id="{21CB7730-624B-C769-E159-CB1DF95F2A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30961" y="3814010"/>
              <a:ext cx="424800" cy="42480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6CF1012-5AB4-C4A9-7831-FC6466DD6174}"/>
              </a:ext>
            </a:extLst>
          </p:cNvPr>
          <p:cNvSpPr txBox="1"/>
          <p:nvPr/>
        </p:nvSpPr>
        <p:spPr>
          <a:xfrm>
            <a:off x="1498191" y="4155276"/>
            <a:ext cx="52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solidFill>
                  <a:srgbClr val="003E72"/>
                </a:solidFill>
                <a:latin typeface="Arial" charset="0"/>
                <a:cs typeface="Arial" charset="0"/>
              </a:rPr>
              <a:t>Individual drops out of study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60DF63-ABA3-65FC-835A-2D3D562C465F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3168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78748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9EB81-2687-9390-8770-774DAE8AA40E}"/>
              </a:ext>
            </a:extLst>
          </p:cNvPr>
          <p:cNvSpPr/>
          <p:nvPr/>
        </p:nvSpPr>
        <p:spPr>
          <a:xfrm>
            <a:off x="880532" y="1628800"/>
            <a:ext cx="6460067" cy="3319967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1D747-2C8F-69FF-0B64-C6E23996C74D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6C1D5-12E1-C886-171E-ABAEA49E617E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54E10-A51F-ED33-3F86-5F3E42371E82}"/>
              </a:ext>
            </a:extLst>
          </p:cNvPr>
          <p:cNvGrpSpPr/>
          <p:nvPr/>
        </p:nvGrpSpPr>
        <p:grpSpPr>
          <a:xfrm>
            <a:off x="1522072" y="2305156"/>
            <a:ext cx="3390877" cy="633732"/>
            <a:chOff x="1522072" y="2448595"/>
            <a:chExt cx="3390877" cy="633732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D4C60E3-3FF6-FE63-FD3B-9FEF835B5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0391" y="2657527"/>
              <a:ext cx="332558" cy="424800"/>
            </a:xfrm>
            <a:custGeom>
              <a:avLst/>
              <a:gdLst>
                <a:gd name="connsiteX0" fmla="*/ 76187 w 227139"/>
                <a:gd name="connsiteY0" fmla="*/ 131525 h 290141"/>
                <a:gd name="connsiteX1" fmla="*/ 85901 w 227139"/>
                <a:gd name="connsiteY1" fmla="*/ 149627 h 290141"/>
                <a:gd name="connsiteX2" fmla="*/ 86784 w 227139"/>
                <a:gd name="connsiteY2" fmla="*/ 158016 h 290141"/>
                <a:gd name="connsiteX3" fmla="*/ 86784 w 227139"/>
                <a:gd name="connsiteY3" fmla="*/ 193338 h 290141"/>
                <a:gd name="connsiteX4" fmla="*/ 60734 w 227139"/>
                <a:gd name="connsiteY4" fmla="*/ 204818 h 290141"/>
                <a:gd name="connsiteX5" fmla="*/ 43073 w 227139"/>
                <a:gd name="connsiteY5" fmla="*/ 222479 h 290141"/>
                <a:gd name="connsiteX6" fmla="*/ 43073 w 227139"/>
                <a:gd name="connsiteY6" fmla="*/ 278552 h 290141"/>
                <a:gd name="connsiteX7" fmla="*/ 99146 w 227139"/>
                <a:gd name="connsiteY7" fmla="*/ 278552 h 290141"/>
                <a:gd name="connsiteX8" fmla="*/ 116807 w 227139"/>
                <a:gd name="connsiteY8" fmla="*/ 260891 h 290141"/>
                <a:gd name="connsiteX9" fmla="*/ 116807 w 227139"/>
                <a:gd name="connsiteY9" fmla="*/ 204818 h 290141"/>
                <a:gd name="connsiteX10" fmla="*/ 116807 w 227139"/>
                <a:gd name="connsiteY10" fmla="*/ 204818 h 290141"/>
                <a:gd name="connsiteX11" fmla="*/ 115924 w 227139"/>
                <a:gd name="connsiteY11" fmla="*/ 203935 h 290141"/>
                <a:gd name="connsiteX12" fmla="*/ 85018 w 227139"/>
                <a:gd name="connsiteY12" fmla="*/ 234841 h 290141"/>
                <a:gd name="connsiteX13" fmla="*/ 105328 w 227139"/>
                <a:gd name="connsiteY13" fmla="*/ 191130 h 290141"/>
                <a:gd name="connsiteX14" fmla="*/ 104886 w 227139"/>
                <a:gd name="connsiteY14" fmla="*/ 157575 h 290141"/>
                <a:gd name="connsiteX15" fmla="*/ 110184 w 227139"/>
                <a:gd name="connsiteY15" fmla="*/ 135057 h 290141"/>
                <a:gd name="connsiteX16" fmla="*/ 131378 w 227139"/>
                <a:gd name="connsiteY16" fmla="*/ 109890 h 290141"/>
                <a:gd name="connsiteX17" fmla="*/ 203787 w 227139"/>
                <a:gd name="connsiteY17" fmla="*/ 86489 h 290141"/>
                <a:gd name="connsiteX18" fmla="*/ 226305 w 227139"/>
                <a:gd name="connsiteY18" fmla="*/ 834 h 290141"/>
                <a:gd name="connsiteX19" fmla="*/ 140650 w 227139"/>
                <a:gd name="connsiteY19" fmla="*/ 23352 h 290141"/>
                <a:gd name="connsiteX20" fmla="*/ 117249 w 227139"/>
                <a:gd name="connsiteY20" fmla="*/ 97528 h 290141"/>
                <a:gd name="connsiteX21" fmla="*/ 94290 w 227139"/>
                <a:gd name="connsiteY21" fmla="*/ 125785 h 290141"/>
                <a:gd name="connsiteX22" fmla="*/ 90316 w 227139"/>
                <a:gd name="connsiteY22" fmla="*/ 120487 h 290141"/>
                <a:gd name="connsiteX23" fmla="*/ 71330 w 227139"/>
                <a:gd name="connsiteY23" fmla="*/ 59557 h 290141"/>
                <a:gd name="connsiteX24" fmla="*/ 687 w 227139"/>
                <a:gd name="connsiteY24" fmla="*/ 41013 h 290141"/>
                <a:gd name="connsiteX25" fmla="*/ 19231 w 227139"/>
                <a:gd name="connsiteY25" fmla="*/ 111656 h 290141"/>
                <a:gd name="connsiteX26" fmla="*/ 76187 w 227139"/>
                <a:gd name="connsiteY26" fmla="*/ 131525 h 29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7139" h="290141">
                  <a:moveTo>
                    <a:pt x="76187" y="131525"/>
                  </a:moveTo>
                  <a:cubicBezTo>
                    <a:pt x="80602" y="136823"/>
                    <a:pt x="83693" y="143004"/>
                    <a:pt x="85901" y="149627"/>
                  </a:cubicBezTo>
                  <a:cubicBezTo>
                    <a:pt x="86342" y="152276"/>
                    <a:pt x="86784" y="155367"/>
                    <a:pt x="86784" y="158016"/>
                  </a:cubicBezTo>
                  <a:lnTo>
                    <a:pt x="86784" y="193338"/>
                  </a:lnTo>
                  <a:cubicBezTo>
                    <a:pt x="77070" y="193780"/>
                    <a:pt x="67798" y="197753"/>
                    <a:pt x="60734" y="204818"/>
                  </a:cubicBezTo>
                  <a:lnTo>
                    <a:pt x="43073" y="222479"/>
                  </a:lnTo>
                  <a:cubicBezTo>
                    <a:pt x="27620" y="237932"/>
                    <a:pt x="27620" y="263099"/>
                    <a:pt x="43073" y="278552"/>
                  </a:cubicBezTo>
                  <a:cubicBezTo>
                    <a:pt x="58526" y="294005"/>
                    <a:pt x="83693" y="294005"/>
                    <a:pt x="99146" y="278552"/>
                  </a:cubicBezTo>
                  <a:lnTo>
                    <a:pt x="116807" y="260891"/>
                  </a:lnTo>
                  <a:cubicBezTo>
                    <a:pt x="132261" y="245438"/>
                    <a:pt x="132261" y="220271"/>
                    <a:pt x="116807" y="204818"/>
                  </a:cubicBezTo>
                  <a:lnTo>
                    <a:pt x="116807" y="204818"/>
                  </a:lnTo>
                  <a:cubicBezTo>
                    <a:pt x="116366" y="204376"/>
                    <a:pt x="116366" y="204376"/>
                    <a:pt x="115924" y="203935"/>
                  </a:cubicBezTo>
                  <a:lnTo>
                    <a:pt x="85018" y="234841"/>
                  </a:lnTo>
                  <a:lnTo>
                    <a:pt x="105328" y="191130"/>
                  </a:lnTo>
                  <a:lnTo>
                    <a:pt x="104886" y="157575"/>
                  </a:lnTo>
                  <a:cubicBezTo>
                    <a:pt x="105328" y="149627"/>
                    <a:pt x="107094" y="142121"/>
                    <a:pt x="110184" y="135057"/>
                  </a:cubicBezTo>
                  <a:cubicBezTo>
                    <a:pt x="114158" y="124460"/>
                    <a:pt x="121664" y="115630"/>
                    <a:pt x="131378" y="109890"/>
                  </a:cubicBezTo>
                  <a:cubicBezTo>
                    <a:pt x="149922" y="110332"/>
                    <a:pt x="183036" y="107241"/>
                    <a:pt x="203787" y="86489"/>
                  </a:cubicBezTo>
                  <a:cubicBezTo>
                    <a:pt x="233811" y="56466"/>
                    <a:pt x="226305" y="834"/>
                    <a:pt x="226305" y="834"/>
                  </a:cubicBezTo>
                  <a:cubicBezTo>
                    <a:pt x="226305" y="834"/>
                    <a:pt x="170232" y="-6672"/>
                    <a:pt x="140650" y="23352"/>
                  </a:cubicBezTo>
                  <a:cubicBezTo>
                    <a:pt x="119015" y="44986"/>
                    <a:pt x="116807" y="79425"/>
                    <a:pt x="117249" y="97528"/>
                  </a:cubicBezTo>
                  <a:cubicBezTo>
                    <a:pt x="107094" y="105033"/>
                    <a:pt x="99588" y="114747"/>
                    <a:pt x="94290" y="125785"/>
                  </a:cubicBezTo>
                  <a:cubicBezTo>
                    <a:pt x="92965" y="124019"/>
                    <a:pt x="91641" y="122253"/>
                    <a:pt x="90316" y="120487"/>
                  </a:cubicBezTo>
                  <a:cubicBezTo>
                    <a:pt x="90757" y="105475"/>
                    <a:pt x="88550" y="77217"/>
                    <a:pt x="71330" y="59557"/>
                  </a:cubicBezTo>
                  <a:cubicBezTo>
                    <a:pt x="46605" y="34831"/>
                    <a:pt x="687" y="41013"/>
                    <a:pt x="687" y="41013"/>
                  </a:cubicBezTo>
                  <a:cubicBezTo>
                    <a:pt x="687" y="41013"/>
                    <a:pt x="-5495" y="86931"/>
                    <a:pt x="19231" y="111656"/>
                  </a:cubicBezTo>
                  <a:cubicBezTo>
                    <a:pt x="36009" y="127993"/>
                    <a:pt x="60734" y="131083"/>
                    <a:pt x="76187" y="131525"/>
                  </a:cubicBezTo>
                  <a:close/>
                </a:path>
              </a:pathLst>
            </a:custGeom>
            <a:solidFill>
              <a:schemeClr val="accent6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912A4C-F709-9DEE-485E-C8D1DD499BAE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Uncensored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849731A-FE77-18F5-E305-65520D151B7D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A1788E-F73A-10CA-0844-F8FA7113DF29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010F4C-83A9-933E-776C-A598BD190353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34030E-D6E2-A4D2-6602-F1D4970A13EC}"/>
              </a:ext>
            </a:extLst>
          </p:cNvPr>
          <p:cNvGrpSpPr/>
          <p:nvPr/>
        </p:nvGrpSpPr>
        <p:grpSpPr>
          <a:xfrm>
            <a:off x="1522072" y="3474042"/>
            <a:ext cx="4469884" cy="1162607"/>
            <a:chOff x="1497581" y="4754610"/>
            <a:chExt cx="4469884" cy="11626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EAFE2-E8AB-7A73-12FB-9447807B2A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581" y="4974752"/>
              <a:ext cx="1809107" cy="0"/>
            </a:xfrm>
            <a:prstGeom prst="line">
              <a:avLst/>
            </a:prstGeom>
            <a:noFill/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E2B3CE-8C2D-931B-FC1A-A362D570AA6B}"/>
                </a:ext>
              </a:extLst>
            </p:cNvPr>
            <p:cNvSpPr txBox="1"/>
            <p:nvPr/>
          </p:nvSpPr>
          <p:spPr>
            <a:xfrm>
              <a:off x="2046096" y="5209331"/>
              <a:ext cx="3921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Seed germinates at unknown time during the day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3BE7C2-E522-0025-35F8-E04F136E8F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6688" y="4974752"/>
              <a:ext cx="1553344" cy="0"/>
            </a:xfrm>
            <a:prstGeom prst="line">
              <a:avLst/>
            </a:prstGeom>
            <a:noFill/>
            <a:ln w="57150" cap="flat" cmpd="sng" algn="ctr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8AF4FA4-9091-6124-8518-FF5A0B70F7AD}"/>
                </a:ext>
              </a:extLst>
            </p:cNvPr>
            <p:cNvSpPr/>
            <p:nvPr/>
          </p:nvSpPr>
          <p:spPr>
            <a:xfrm>
              <a:off x="3889949" y="4754610"/>
              <a:ext cx="423862" cy="43463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84D90F9-C970-EEAE-8A10-12ACC8FC8DA3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4830736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CD1BC88-0E20-29BC-8C11-BE2A431CDDBD}"/>
                </a:ext>
              </a:extLst>
            </p:cNvPr>
            <p:cNvCxnSpPr>
              <a:cxnSpLocks/>
            </p:cNvCxnSpPr>
            <p:nvPr/>
          </p:nvCxnSpPr>
          <p:spPr>
            <a:xfrm>
              <a:off x="3306688" y="4822525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3F6C3F-7593-34DA-2833-0BBF3BB194C4}"/>
              </a:ext>
            </a:extLst>
          </p:cNvPr>
          <p:cNvSpPr>
            <a:spLocks noChangeAspect="1"/>
          </p:cNvSpPr>
          <p:nvPr/>
        </p:nvSpPr>
        <p:spPr>
          <a:xfrm>
            <a:off x="4005744" y="3454576"/>
            <a:ext cx="332558" cy="424800"/>
          </a:xfrm>
          <a:custGeom>
            <a:avLst/>
            <a:gdLst>
              <a:gd name="connsiteX0" fmla="*/ 76187 w 227139"/>
              <a:gd name="connsiteY0" fmla="*/ 131525 h 290141"/>
              <a:gd name="connsiteX1" fmla="*/ 85901 w 227139"/>
              <a:gd name="connsiteY1" fmla="*/ 149627 h 290141"/>
              <a:gd name="connsiteX2" fmla="*/ 86784 w 227139"/>
              <a:gd name="connsiteY2" fmla="*/ 158016 h 290141"/>
              <a:gd name="connsiteX3" fmla="*/ 86784 w 227139"/>
              <a:gd name="connsiteY3" fmla="*/ 193338 h 290141"/>
              <a:gd name="connsiteX4" fmla="*/ 60734 w 227139"/>
              <a:gd name="connsiteY4" fmla="*/ 204818 h 290141"/>
              <a:gd name="connsiteX5" fmla="*/ 43073 w 227139"/>
              <a:gd name="connsiteY5" fmla="*/ 222479 h 290141"/>
              <a:gd name="connsiteX6" fmla="*/ 43073 w 227139"/>
              <a:gd name="connsiteY6" fmla="*/ 278552 h 290141"/>
              <a:gd name="connsiteX7" fmla="*/ 99146 w 227139"/>
              <a:gd name="connsiteY7" fmla="*/ 278552 h 290141"/>
              <a:gd name="connsiteX8" fmla="*/ 116807 w 227139"/>
              <a:gd name="connsiteY8" fmla="*/ 260891 h 290141"/>
              <a:gd name="connsiteX9" fmla="*/ 116807 w 227139"/>
              <a:gd name="connsiteY9" fmla="*/ 204818 h 290141"/>
              <a:gd name="connsiteX10" fmla="*/ 116807 w 227139"/>
              <a:gd name="connsiteY10" fmla="*/ 204818 h 290141"/>
              <a:gd name="connsiteX11" fmla="*/ 115924 w 227139"/>
              <a:gd name="connsiteY11" fmla="*/ 203935 h 290141"/>
              <a:gd name="connsiteX12" fmla="*/ 85018 w 227139"/>
              <a:gd name="connsiteY12" fmla="*/ 234841 h 290141"/>
              <a:gd name="connsiteX13" fmla="*/ 105328 w 227139"/>
              <a:gd name="connsiteY13" fmla="*/ 191130 h 290141"/>
              <a:gd name="connsiteX14" fmla="*/ 104886 w 227139"/>
              <a:gd name="connsiteY14" fmla="*/ 157575 h 290141"/>
              <a:gd name="connsiteX15" fmla="*/ 110184 w 227139"/>
              <a:gd name="connsiteY15" fmla="*/ 135057 h 290141"/>
              <a:gd name="connsiteX16" fmla="*/ 131378 w 227139"/>
              <a:gd name="connsiteY16" fmla="*/ 109890 h 290141"/>
              <a:gd name="connsiteX17" fmla="*/ 203787 w 227139"/>
              <a:gd name="connsiteY17" fmla="*/ 86489 h 290141"/>
              <a:gd name="connsiteX18" fmla="*/ 226305 w 227139"/>
              <a:gd name="connsiteY18" fmla="*/ 834 h 290141"/>
              <a:gd name="connsiteX19" fmla="*/ 140650 w 227139"/>
              <a:gd name="connsiteY19" fmla="*/ 23352 h 290141"/>
              <a:gd name="connsiteX20" fmla="*/ 117249 w 227139"/>
              <a:gd name="connsiteY20" fmla="*/ 97528 h 290141"/>
              <a:gd name="connsiteX21" fmla="*/ 94290 w 227139"/>
              <a:gd name="connsiteY21" fmla="*/ 125785 h 290141"/>
              <a:gd name="connsiteX22" fmla="*/ 90316 w 227139"/>
              <a:gd name="connsiteY22" fmla="*/ 120487 h 290141"/>
              <a:gd name="connsiteX23" fmla="*/ 71330 w 227139"/>
              <a:gd name="connsiteY23" fmla="*/ 59557 h 290141"/>
              <a:gd name="connsiteX24" fmla="*/ 687 w 227139"/>
              <a:gd name="connsiteY24" fmla="*/ 41013 h 290141"/>
              <a:gd name="connsiteX25" fmla="*/ 19231 w 227139"/>
              <a:gd name="connsiteY25" fmla="*/ 111656 h 290141"/>
              <a:gd name="connsiteX26" fmla="*/ 76187 w 227139"/>
              <a:gd name="connsiteY26" fmla="*/ 131525 h 29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7139" h="290141">
                <a:moveTo>
                  <a:pt x="76187" y="131525"/>
                </a:moveTo>
                <a:cubicBezTo>
                  <a:pt x="80602" y="136823"/>
                  <a:pt x="83693" y="143004"/>
                  <a:pt x="85901" y="149627"/>
                </a:cubicBezTo>
                <a:cubicBezTo>
                  <a:pt x="86342" y="152276"/>
                  <a:pt x="86784" y="155367"/>
                  <a:pt x="86784" y="158016"/>
                </a:cubicBezTo>
                <a:lnTo>
                  <a:pt x="86784" y="193338"/>
                </a:lnTo>
                <a:cubicBezTo>
                  <a:pt x="77070" y="193780"/>
                  <a:pt x="67798" y="197753"/>
                  <a:pt x="60734" y="204818"/>
                </a:cubicBezTo>
                <a:lnTo>
                  <a:pt x="43073" y="222479"/>
                </a:lnTo>
                <a:cubicBezTo>
                  <a:pt x="27620" y="237932"/>
                  <a:pt x="27620" y="263099"/>
                  <a:pt x="43073" y="278552"/>
                </a:cubicBezTo>
                <a:cubicBezTo>
                  <a:pt x="58526" y="294005"/>
                  <a:pt x="83693" y="294005"/>
                  <a:pt x="99146" y="278552"/>
                </a:cubicBezTo>
                <a:lnTo>
                  <a:pt x="116807" y="260891"/>
                </a:lnTo>
                <a:cubicBezTo>
                  <a:pt x="132261" y="245438"/>
                  <a:pt x="132261" y="220271"/>
                  <a:pt x="116807" y="204818"/>
                </a:cubicBezTo>
                <a:lnTo>
                  <a:pt x="116807" y="204818"/>
                </a:lnTo>
                <a:cubicBezTo>
                  <a:pt x="116366" y="204376"/>
                  <a:pt x="116366" y="204376"/>
                  <a:pt x="115924" y="203935"/>
                </a:cubicBezTo>
                <a:lnTo>
                  <a:pt x="85018" y="234841"/>
                </a:lnTo>
                <a:lnTo>
                  <a:pt x="105328" y="191130"/>
                </a:lnTo>
                <a:lnTo>
                  <a:pt x="104886" y="157575"/>
                </a:lnTo>
                <a:cubicBezTo>
                  <a:pt x="105328" y="149627"/>
                  <a:pt x="107094" y="142121"/>
                  <a:pt x="110184" y="135057"/>
                </a:cubicBezTo>
                <a:cubicBezTo>
                  <a:pt x="114158" y="124460"/>
                  <a:pt x="121664" y="115630"/>
                  <a:pt x="131378" y="109890"/>
                </a:cubicBezTo>
                <a:cubicBezTo>
                  <a:pt x="149922" y="110332"/>
                  <a:pt x="183036" y="107241"/>
                  <a:pt x="203787" y="86489"/>
                </a:cubicBezTo>
                <a:cubicBezTo>
                  <a:pt x="233811" y="56466"/>
                  <a:pt x="226305" y="834"/>
                  <a:pt x="226305" y="834"/>
                </a:cubicBezTo>
                <a:cubicBezTo>
                  <a:pt x="226305" y="834"/>
                  <a:pt x="170232" y="-6672"/>
                  <a:pt x="140650" y="23352"/>
                </a:cubicBezTo>
                <a:cubicBezTo>
                  <a:pt x="119015" y="44986"/>
                  <a:pt x="116807" y="79425"/>
                  <a:pt x="117249" y="97528"/>
                </a:cubicBezTo>
                <a:cubicBezTo>
                  <a:pt x="107094" y="105033"/>
                  <a:pt x="99588" y="114747"/>
                  <a:pt x="94290" y="125785"/>
                </a:cubicBezTo>
                <a:cubicBezTo>
                  <a:pt x="92965" y="124019"/>
                  <a:pt x="91641" y="122253"/>
                  <a:pt x="90316" y="120487"/>
                </a:cubicBezTo>
                <a:cubicBezTo>
                  <a:pt x="90757" y="105475"/>
                  <a:pt x="88550" y="77217"/>
                  <a:pt x="71330" y="59557"/>
                </a:cubicBezTo>
                <a:cubicBezTo>
                  <a:pt x="46605" y="34831"/>
                  <a:pt x="687" y="41013"/>
                  <a:pt x="687" y="41013"/>
                </a:cubicBezTo>
                <a:cubicBezTo>
                  <a:pt x="687" y="41013"/>
                  <a:pt x="-5495" y="86931"/>
                  <a:pt x="19231" y="111656"/>
                </a:cubicBezTo>
                <a:cubicBezTo>
                  <a:pt x="36009" y="127993"/>
                  <a:pt x="60734" y="131083"/>
                  <a:pt x="76187" y="131525"/>
                </a:cubicBezTo>
                <a:close/>
              </a:path>
            </a:pathLst>
          </a:custGeom>
          <a:solidFill>
            <a:schemeClr val="accent6"/>
          </a:solidFill>
          <a:ln w="436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34" name="Graphic 33" descr="Monthly calendar outline">
            <a:extLst>
              <a:ext uri="{FF2B5EF4-FFF2-40B4-BE49-F238E27FC236}">
                <a16:creationId xmlns:a16="http://schemas.microsoft.com/office/drawing/2014/main" id="{53865E81-A572-8BC2-9C48-3960997D3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118779" y="3103643"/>
            <a:ext cx="424800" cy="424800"/>
          </a:xfrm>
          <a:prstGeom prst="rect">
            <a:avLst/>
          </a:prstGeom>
        </p:spPr>
      </p:pic>
      <p:pic>
        <p:nvPicPr>
          <p:cNvPr id="35" name="Graphic 34" descr="Monthly calendar outline">
            <a:extLst>
              <a:ext uri="{FF2B5EF4-FFF2-40B4-BE49-F238E27FC236}">
                <a16:creationId xmlns:a16="http://schemas.microsoft.com/office/drawing/2014/main" id="{2A0ED9F5-5A4A-5B97-86B5-277AC9E3D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72123" y="3115325"/>
            <a:ext cx="424800" cy="4248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242FACBD-3C1C-2FE3-E442-1CC3079C5F4C}"/>
              </a:ext>
            </a:extLst>
          </p:cNvPr>
          <p:cNvSpPr/>
          <p:nvPr/>
        </p:nvSpPr>
        <p:spPr>
          <a:xfrm>
            <a:off x="3394768" y="329318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BBAABA-4D72-E5DD-66B5-92592B989740}"/>
              </a:ext>
            </a:extLst>
          </p:cNvPr>
          <p:cNvSpPr/>
          <p:nvPr/>
        </p:nvSpPr>
        <p:spPr>
          <a:xfrm>
            <a:off x="4772719" y="334567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99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5A19-7A6C-61D4-92EA-797AEDCD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8D7FD3-5BC5-7195-D6E2-03173ED4339B}"/>
              </a:ext>
            </a:extLst>
          </p:cNvPr>
          <p:cNvSpPr/>
          <p:nvPr/>
        </p:nvSpPr>
        <p:spPr>
          <a:xfrm>
            <a:off x="829733" y="1628800"/>
            <a:ext cx="6591299" cy="3514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F8BC0-08AE-96DC-DD11-DC6B20C9A78A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580F5-823E-7C29-FB18-9B1998935752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3885EC-0813-EE02-7D34-D7C7B0CE0E86}"/>
              </a:ext>
            </a:extLst>
          </p:cNvPr>
          <p:cNvCxnSpPr>
            <a:cxnSpLocks/>
          </p:cNvCxnSpPr>
          <p:nvPr/>
        </p:nvCxnSpPr>
        <p:spPr>
          <a:xfrm flipH="1">
            <a:off x="1522071" y="3579891"/>
            <a:ext cx="2736000" cy="0"/>
          </a:xfrm>
          <a:prstGeom prst="line">
            <a:avLst/>
          </a:prstGeom>
          <a:noFill/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B95E0E-31E7-CFB0-3123-CD8CDB6EC03C}"/>
              </a:ext>
            </a:extLst>
          </p:cNvPr>
          <p:cNvCxnSpPr>
            <a:cxnSpLocks/>
          </p:cNvCxnSpPr>
          <p:nvPr/>
        </p:nvCxnSpPr>
        <p:spPr>
          <a:xfrm flipH="1">
            <a:off x="4245567" y="3579891"/>
            <a:ext cx="1553344" cy="0"/>
          </a:xfrm>
          <a:prstGeom prst="line">
            <a:avLst/>
          </a:prstGeom>
          <a:noFill/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ysDot"/>
          </a:ln>
          <a:effectLst/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8E3424A-3D9F-18EF-A0AB-010A0031B6E3}"/>
              </a:ext>
            </a:extLst>
          </p:cNvPr>
          <p:cNvSpPr/>
          <p:nvPr/>
        </p:nvSpPr>
        <p:spPr>
          <a:xfrm>
            <a:off x="4828828" y="3359749"/>
            <a:ext cx="423862" cy="43463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936687-499A-1D84-F75C-300C558AB133}"/>
              </a:ext>
            </a:extLst>
          </p:cNvPr>
          <p:cNvCxnSpPr>
            <a:cxnSpLocks/>
          </p:cNvCxnSpPr>
          <p:nvPr/>
        </p:nvCxnSpPr>
        <p:spPr>
          <a:xfrm>
            <a:off x="5798911" y="3435875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B42D8F3-4681-0D39-F323-C3E1C5AF1B9E}"/>
              </a:ext>
            </a:extLst>
          </p:cNvPr>
          <p:cNvCxnSpPr>
            <a:cxnSpLocks/>
          </p:cNvCxnSpPr>
          <p:nvPr/>
        </p:nvCxnSpPr>
        <p:spPr>
          <a:xfrm>
            <a:off x="4245567" y="3427664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F4E441-32B4-4D23-A810-FAD064189019}"/>
              </a:ext>
            </a:extLst>
          </p:cNvPr>
          <p:cNvSpPr>
            <a:spLocks noChangeAspect="1"/>
          </p:cNvSpPr>
          <p:nvPr/>
        </p:nvSpPr>
        <p:spPr>
          <a:xfrm>
            <a:off x="4920132" y="3340283"/>
            <a:ext cx="332558" cy="424800"/>
          </a:xfrm>
          <a:custGeom>
            <a:avLst/>
            <a:gdLst>
              <a:gd name="connsiteX0" fmla="*/ 76187 w 227139"/>
              <a:gd name="connsiteY0" fmla="*/ 131525 h 290141"/>
              <a:gd name="connsiteX1" fmla="*/ 85901 w 227139"/>
              <a:gd name="connsiteY1" fmla="*/ 149627 h 290141"/>
              <a:gd name="connsiteX2" fmla="*/ 86784 w 227139"/>
              <a:gd name="connsiteY2" fmla="*/ 158016 h 290141"/>
              <a:gd name="connsiteX3" fmla="*/ 86784 w 227139"/>
              <a:gd name="connsiteY3" fmla="*/ 193338 h 290141"/>
              <a:gd name="connsiteX4" fmla="*/ 60734 w 227139"/>
              <a:gd name="connsiteY4" fmla="*/ 204818 h 290141"/>
              <a:gd name="connsiteX5" fmla="*/ 43073 w 227139"/>
              <a:gd name="connsiteY5" fmla="*/ 222479 h 290141"/>
              <a:gd name="connsiteX6" fmla="*/ 43073 w 227139"/>
              <a:gd name="connsiteY6" fmla="*/ 278552 h 290141"/>
              <a:gd name="connsiteX7" fmla="*/ 99146 w 227139"/>
              <a:gd name="connsiteY7" fmla="*/ 278552 h 290141"/>
              <a:gd name="connsiteX8" fmla="*/ 116807 w 227139"/>
              <a:gd name="connsiteY8" fmla="*/ 260891 h 290141"/>
              <a:gd name="connsiteX9" fmla="*/ 116807 w 227139"/>
              <a:gd name="connsiteY9" fmla="*/ 204818 h 290141"/>
              <a:gd name="connsiteX10" fmla="*/ 116807 w 227139"/>
              <a:gd name="connsiteY10" fmla="*/ 204818 h 290141"/>
              <a:gd name="connsiteX11" fmla="*/ 115924 w 227139"/>
              <a:gd name="connsiteY11" fmla="*/ 203935 h 290141"/>
              <a:gd name="connsiteX12" fmla="*/ 85018 w 227139"/>
              <a:gd name="connsiteY12" fmla="*/ 234841 h 290141"/>
              <a:gd name="connsiteX13" fmla="*/ 105328 w 227139"/>
              <a:gd name="connsiteY13" fmla="*/ 191130 h 290141"/>
              <a:gd name="connsiteX14" fmla="*/ 104886 w 227139"/>
              <a:gd name="connsiteY14" fmla="*/ 157575 h 290141"/>
              <a:gd name="connsiteX15" fmla="*/ 110184 w 227139"/>
              <a:gd name="connsiteY15" fmla="*/ 135057 h 290141"/>
              <a:gd name="connsiteX16" fmla="*/ 131378 w 227139"/>
              <a:gd name="connsiteY16" fmla="*/ 109890 h 290141"/>
              <a:gd name="connsiteX17" fmla="*/ 203787 w 227139"/>
              <a:gd name="connsiteY17" fmla="*/ 86489 h 290141"/>
              <a:gd name="connsiteX18" fmla="*/ 226305 w 227139"/>
              <a:gd name="connsiteY18" fmla="*/ 834 h 290141"/>
              <a:gd name="connsiteX19" fmla="*/ 140650 w 227139"/>
              <a:gd name="connsiteY19" fmla="*/ 23352 h 290141"/>
              <a:gd name="connsiteX20" fmla="*/ 117249 w 227139"/>
              <a:gd name="connsiteY20" fmla="*/ 97528 h 290141"/>
              <a:gd name="connsiteX21" fmla="*/ 94290 w 227139"/>
              <a:gd name="connsiteY21" fmla="*/ 125785 h 290141"/>
              <a:gd name="connsiteX22" fmla="*/ 90316 w 227139"/>
              <a:gd name="connsiteY22" fmla="*/ 120487 h 290141"/>
              <a:gd name="connsiteX23" fmla="*/ 71330 w 227139"/>
              <a:gd name="connsiteY23" fmla="*/ 59557 h 290141"/>
              <a:gd name="connsiteX24" fmla="*/ 687 w 227139"/>
              <a:gd name="connsiteY24" fmla="*/ 41013 h 290141"/>
              <a:gd name="connsiteX25" fmla="*/ 19231 w 227139"/>
              <a:gd name="connsiteY25" fmla="*/ 111656 h 290141"/>
              <a:gd name="connsiteX26" fmla="*/ 76187 w 227139"/>
              <a:gd name="connsiteY26" fmla="*/ 131525 h 29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7139" h="290141">
                <a:moveTo>
                  <a:pt x="76187" y="131525"/>
                </a:moveTo>
                <a:cubicBezTo>
                  <a:pt x="80602" y="136823"/>
                  <a:pt x="83693" y="143004"/>
                  <a:pt x="85901" y="149627"/>
                </a:cubicBezTo>
                <a:cubicBezTo>
                  <a:pt x="86342" y="152276"/>
                  <a:pt x="86784" y="155367"/>
                  <a:pt x="86784" y="158016"/>
                </a:cubicBezTo>
                <a:lnTo>
                  <a:pt x="86784" y="193338"/>
                </a:lnTo>
                <a:cubicBezTo>
                  <a:pt x="77070" y="193780"/>
                  <a:pt x="67798" y="197753"/>
                  <a:pt x="60734" y="204818"/>
                </a:cubicBezTo>
                <a:lnTo>
                  <a:pt x="43073" y="222479"/>
                </a:lnTo>
                <a:cubicBezTo>
                  <a:pt x="27620" y="237932"/>
                  <a:pt x="27620" y="263099"/>
                  <a:pt x="43073" y="278552"/>
                </a:cubicBezTo>
                <a:cubicBezTo>
                  <a:pt x="58526" y="294005"/>
                  <a:pt x="83693" y="294005"/>
                  <a:pt x="99146" y="278552"/>
                </a:cubicBezTo>
                <a:lnTo>
                  <a:pt x="116807" y="260891"/>
                </a:lnTo>
                <a:cubicBezTo>
                  <a:pt x="132261" y="245438"/>
                  <a:pt x="132261" y="220271"/>
                  <a:pt x="116807" y="204818"/>
                </a:cubicBezTo>
                <a:lnTo>
                  <a:pt x="116807" y="204818"/>
                </a:lnTo>
                <a:cubicBezTo>
                  <a:pt x="116366" y="204376"/>
                  <a:pt x="116366" y="204376"/>
                  <a:pt x="115924" y="203935"/>
                </a:cubicBezTo>
                <a:lnTo>
                  <a:pt x="85018" y="234841"/>
                </a:lnTo>
                <a:lnTo>
                  <a:pt x="105328" y="191130"/>
                </a:lnTo>
                <a:lnTo>
                  <a:pt x="104886" y="157575"/>
                </a:lnTo>
                <a:cubicBezTo>
                  <a:pt x="105328" y="149627"/>
                  <a:pt x="107094" y="142121"/>
                  <a:pt x="110184" y="135057"/>
                </a:cubicBezTo>
                <a:cubicBezTo>
                  <a:pt x="114158" y="124460"/>
                  <a:pt x="121664" y="115630"/>
                  <a:pt x="131378" y="109890"/>
                </a:cubicBezTo>
                <a:cubicBezTo>
                  <a:pt x="149922" y="110332"/>
                  <a:pt x="183036" y="107241"/>
                  <a:pt x="203787" y="86489"/>
                </a:cubicBezTo>
                <a:cubicBezTo>
                  <a:pt x="233811" y="56466"/>
                  <a:pt x="226305" y="834"/>
                  <a:pt x="226305" y="834"/>
                </a:cubicBezTo>
                <a:cubicBezTo>
                  <a:pt x="226305" y="834"/>
                  <a:pt x="170232" y="-6672"/>
                  <a:pt x="140650" y="23352"/>
                </a:cubicBezTo>
                <a:cubicBezTo>
                  <a:pt x="119015" y="44986"/>
                  <a:pt x="116807" y="79425"/>
                  <a:pt x="117249" y="97528"/>
                </a:cubicBezTo>
                <a:cubicBezTo>
                  <a:pt x="107094" y="105033"/>
                  <a:pt x="99588" y="114747"/>
                  <a:pt x="94290" y="125785"/>
                </a:cubicBezTo>
                <a:cubicBezTo>
                  <a:pt x="92965" y="124019"/>
                  <a:pt x="91641" y="122253"/>
                  <a:pt x="90316" y="120487"/>
                </a:cubicBezTo>
                <a:cubicBezTo>
                  <a:pt x="90757" y="105475"/>
                  <a:pt x="88550" y="77217"/>
                  <a:pt x="71330" y="59557"/>
                </a:cubicBezTo>
                <a:cubicBezTo>
                  <a:pt x="46605" y="34831"/>
                  <a:pt x="687" y="41013"/>
                  <a:pt x="687" y="41013"/>
                </a:cubicBezTo>
                <a:cubicBezTo>
                  <a:pt x="687" y="41013"/>
                  <a:pt x="-5495" y="86931"/>
                  <a:pt x="19231" y="111656"/>
                </a:cubicBezTo>
                <a:cubicBezTo>
                  <a:pt x="36009" y="127993"/>
                  <a:pt x="60734" y="131083"/>
                  <a:pt x="76187" y="131525"/>
                </a:cubicBezTo>
                <a:close/>
              </a:path>
            </a:pathLst>
          </a:custGeom>
          <a:solidFill>
            <a:schemeClr val="accent4"/>
          </a:solidFill>
          <a:ln w="436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C19CE-1C18-DB32-1884-6484A81E11EA}"/>
              </a:ext>
            </a:extLst>
          </p:cNvPr>
          <p:cNvCxnSpPr>
            <a:cxnSpLocks/>
          </p:cNvCxnSpPr>
          <p:nvPr/>
        </p:nvCxnSpPr>
        <p:spPr>
          <a:xfrm flipH="1">
            <a:off x="1522071" y="2627384"/>
            <a:ext cx="2736000" cy="0"/>
          </a:xfrm>
          <a:prstGeom prst="line">
            <a:avLst/>
          </a:prstGeom>
          <a:noFill/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450814-F7DF-718C-F16F-0D79718CF5B8}"/>
              </a:ext>
            </a:extLst>
          </p:cNvPr>
          <p:cNvCxnSpPr>
            <a:cxnSpLocks/>
          </p:cNvCxnSpPr>
          <p:nvPr/>
        </p:nvCxnSpPr>
        <p:spPr>
          <a:xfrm flipH="1">
            <a:off x="4245567" y="2627384"/>
            <a:ext cx="1553344" cy="0"/>
          </a:xfrm>
          <a:prstGeom prst="line">
            <a:avLst/>
          </a:prstGeom>
          <a:noFill/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ysDot"/>
          </a:ln>
          <a:effectLst/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7B2729-2E9C-51CB-02DC-377CDEA4F571}"/>
              </a:ext>
            </a:extLst>
          </p:cNvPr>
          <p:cNvGrpSpPr/>
          <p:nvPr/>
        </p:nvGrpSpPr>
        <p:grpSpPr>
          <a:xfrm>
            <a:off x="4828828" y="2407242"/>
            <a:ext cx="423862" cy="434634"/>
            <a:chOff x="3889949" y="4754610"/>
            <a:chExt cx="423862" cy="43463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2A9F3F-0E7D-0C20-F63F-EFBB4AB81829}"/>
                </a:ext>
              </a:extLst>
            </p:cNvPr>
            <p:cNvSpPr/>
            <p:nvPr/>
          </p:nvSpPr>
          <p:spPr>
            <a:xfrm>
              <a:off x="3889949" y="4754610"/>
              <a:ext cx="423862" cy="43463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6" name="Graphic 15" descr="Books with solid fill">
              <a:extLst>
                <a:ext uri="{FF2B5EF4-FFF2-40B4-BE49-F238E27FC236}">
                  <a16:creationId xmlns:a16="http://schemas.microsoft.com/office/drawing/2014/main" id="{1A50210B-7A1A-77BD-7A10-A79CADCA85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889949" y="4754610"/>
              <a:ext cx="423862" cy="423862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3D6AFD-14FB-EB0F-4C19-61E4FFC71A08}"/>
              </a:ext>
            </a:extLst>
          </p:cNvPr>
          <p:cNvCxnSpPr>
            <a:cxnSpLocks/>
          </p:cNvCxnSpPr>
          <p:nvPr/>
        </p:nvCxnSpPr>
        <p:spPr>
          <a:xfrm>
            <a:off x="5798911" y="2483368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2355FD-F270-C588-A9F9-2C6F3874EB0D}"/>
              </a:ext>
            </a:extLst>
          </p:cNvPr>
          <p:cNvCxnSpPr>
            <a:cxnSpLocks/>
          </p:cNvCxnSpPr>
          <p:nvPr/>
        </p:nvCxnSpPr>
        <p:spPr>
          <a:xfrm>
            <a:off x="4245567" y="2475157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802F94-E31C-4EC3-5489-FE718DE408CF}"/>
              </a:ext>
            </a:extLst>
          </p:cNvPr>
          <p:cNvCxnSpPr>
            <a:cxnSpLocks/>
          </p:cNvCxnSpPr>
          <p:nvPr/>
        </p:nvCxnSpPr>
        <p:spPr>
          <a:xfrm flipH="1">
            <a:off x="1508041" y="4577475"/>
            <a:ext cx="2736000" cy="0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660E85-D505-D0BF-54D0-3200E9619C8A}"/>
              </a:ext>
            </a:extLst>
          </p:cNvPr>
          <p:cNvCxnSpPr>
            <a:cxnSpLocks/>
          </p:cNvCxnSpPr>
          <p:nvPr/>
        </p:nvCxnSpPr>
        <p:spPr>
          <a:xfrm flipH="1">
            <a:off x="4231537" y="4577475"/>
            <a:ext cx="1553344" cy="0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ysDot"/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FAECF4-93B8-4C1D-A0C4-4A716E46A01C}"/>
              </a:ext>
            </a:extLst>
          </p:cNvPr>
          <p:cNvGrpSpPr/>
          <p:nvPr/>
        </p:nvGrpSpPr>
        <p:grpSpPr>
          <a:xfrm>
            <a:off x="4814798" y="4357333"/>
            <a:ext cx="423862" cy="434634"/>
            <a:chOff x="3889949" y="4754610"/>
            <a:chExt cx="423862" cy="4346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60BF4B-5E6B-1782-0DC4-7D2061BAEFAA}"/>
                </a:ext>
              </a:extLst>
            </p:cNvPr>
            <p:cNvSpPr/>
            <p:nvPr/>
          </p:nvSpPr>
          <p:spPr>
            <a:xfrm>
              <a:off x="3889949" y="4754610"/>
              <a:ext cx="423862" cy="43463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39" name="Graphic 38" descr="Eye with solid fill">
              <a:extLst>
                <a:ext uri="{FF2B5EF4-FFF2-40B4-BE49-F238E27FC236}">
                  <a16:creationId xmlns:a16="http://schemas.microsoft.com/office/drawing/2014/main" id="{379599C8-791B-F90B-785C-C4CC64DF74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889949" y="4754610"/>
              <a:ext cx="423862" cy="423862"/>
            </a:xfrm>
            <a:prstGeom prst="rect">
              <a:avLst/>
            </a:prstGeom>
          </p:spPr>
        </p:pic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F1C9D3-4961-E2E3-BEDF-A34685908AA6}"/>
              </a:ext>
            </a:extLst>
          </p:cNvPr>
          <p:cNvCxnSpPr>
            <a:cxnSpLocks/>
          </p:cNvCxnSpPr>
          <p:nvPr/>
        </p:nvCxnSpPr>
        <p:spPr>
          <a:xfrm>
            <a:off x="5784881" y="4433459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BBB26E-F078-95DE-24AF-03F797E3F598}"/>
              </a:ext>
            </a:extLst>
          </p:cNvPr>
          <p:cNvCxnSpPr>
            <a:cxnSpLocks/>
          </p:cNvCxnSpPr>
          <p:nvPr/>
        </p:nvCxnSpPr>
        <p:spPr>
          <a:xfrm>
            <a:off x="4231537" y="4425248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67DB7E-1A88-C5A8-DDC7-DFA9C5B49FDA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84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08935F-D82D-38C9-BFE0-57E959F1729F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84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7DB888C-C3DE-8D10-E166-2817F72F3763}"/>
              </a:ext>
            </a:extLst>
          </p:cNvPr>
          <p:cNvSpPr txBox="1"/>
          <p:nvPr/>
        </p:nvSpPr>
        <p:spPr>
          <a:xfrm>
            <a:off x="3740173" y="2162603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6 months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1187C5-4617-E9EB-79C4-99C15A887F0F}"/>
              </a:ext>
            </a:extLst>
          </p:cNvPr>
          <p:cNvSpPr txBox="1"/>
          <p:nvPr/>
        </p:nvSpPr>
        <p:spPr>
          <a:xfrm>
            <a:off x="5293517" y="2162603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9 months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0B12F6-5FBA-7845-D66B-4F989B92A304}"/>
              </a:ext>
            </a:extLst>
          </p:cNvPr>
          <p:cNvSpPr txBox="1"/>
          <p:nvPr/>
        </p:nvSpPr>
        <p:spPr>
          <a:xfrm>
            <a:off x="3740173" y="3123096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Day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9C6BE3-7936-A728-A342-A479B37B6578}"/>
              </a:ext>
            </a:extLst>
          </p:cNvPr>
          <p:cNvSpPr txBox="1"/>
          <p:nvPr/>
        </p:nvSpPr>
        <p:spPr>
          <a:xfrm>
            <a:off x="5293517" y="3123096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Day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561BD0-9267-5345-5B91-886B1F192E24}"/>
              </a:ext>
            </a:extLst>
          </p:cNvPr>
          <p:cNvSpPr txBox="1"/>
          <p:nvPr/>
        </p:nvSpPr>
        <p:spPr>
          <a:xfrm>
            <a:off x="1666115" y="2308234"/>
            <a:ext cx="2033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2"/>
                </a:solidFill>
                <a:latin typeface="Arial" charset="0"/>
                <a:cs typeface="Arial" charset="0"/>
              </a:rPr>
              <a:t>Reading comprehension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5CA556-BCEA-D8AB-A42F-499A27FB9A2F}"/>
              </a:ext>
            </a:extLst>
          </p:cNvPr>
          <p:cNvSpPr txBox="1"/>
          <p:nvPr/>
        </p:nvSpPr>
        <p:spPr>
          <a:xfrm>
            <a:off x="1666115" y="3261595"/>
            <a:ext cx="2033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4"/>
                </a:solidFill>
                <a:latin typeface="Arial" charset="0"/>
                <a:cs typeface="Arial" charset="0"/>
              </a:rPr>
              <a:t>Seed germination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E7D288-2DBA-020F-769A-2EB0497982B8}"/>
              </a:ext>
            </a:extLst>
          </p:cNvPr>
          <p:cNvSpPr txBox="1"/>
          <p:nvPr/>
        </p:nvSpPr>
        <p:spPr>
          <a:xfrm>
            <a:off x="1666115" y="4259492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1"/>
                </a:solidFill>
                <a:latin typeface="Arial" charset="0"/>
                <a:cs typeface="Arial" charset="0"/>
              </a:rPr>
              <a:t>Post-surgery vision recovery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07EDD8-B07B-502C-F00E-95F5A2490ECC}"/>
              </a:ext>
            </a:extLst>
          </p:cNvPr>
          <p:cNvSpPr txBox="1"/>
          <p:nvPr/>
        </p:nvSpPr>
        <p:spPr>
          <a:xfrm>
            <a:off x="3740173" y="4143315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Week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F41B54-3D42-CB23-C46D-830DAEEA3331}"/>
              </a:ext>
            </a:extLst>
          </p:cNvPr>
          <p:cNvSpPr txBox="1"/>
          <p:nvPr/>
        </p:nvSpPr>
        <p:spPr>
          <a:xfrm>
            <a:off x="5293517" y="4143315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346558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40F6-44FC-6300-97A8-339AABC6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DABA3F-18CD-EE06-BF15-58D5D7E58C6F}"/>
              </a:ext>
            </a:extLst>
          </p:cNvPr>
          <p:cNvSpPr/>
          <p:nvPr/>
        </p:nvSpPr>
        <p:spPr>
          <a:xfrm>
            <a:off x="827584" y="1628800"/>
            <a:ext cx="7461284" cy="3307267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9635A-DCCA-AE5B-F4CB-F77056B5DC29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779CA-F454-D54C-E932-739B47705832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FB4420-50D7-B2BC-4F86-0B47AE402C8F}"/>
              </a:ext>
            </a:extLst>
          </p:cNvPr>
          <p:cNvCxnSpPr>
            <a:cxnSpLocks/>
          </p:cNvCxnSpPr>
          <p:nvPr/>
        </p:nvCxnSpPr>
        <p:spPr>
          <a:xfrm>
            <a:off x="6714152" y="3317529"/>
            <a:ext cx="943280" cy="0"/>
          </a:xfrm>
          <a:prstGeom prst="straightConnector1">
            <a:avLst/>
          </a:prstGeom>
          <a:noFill/>
          <a:ln w="57150" cap="flat" cmpd="sng" algn="ctr">
            <a:solidFill>
              <a:schemeClr val="accent5">
                <a:lumMod val="20000"/>
                <a:lumOff val="80000"/>
              </a:schemeClr>
            </a:solidFill>
            <a:prstDash val="sysDot"/>
            <a:tailEnd type="triangle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E42A43-F706-10A0-6401-F8C750A54612}"/>
              </a:ext>
            </a:extLst>
          </p:cNvPr>
          <p:cNvCxnSpPr>
            <a:cxnSpLocks/>
          </p:cNvCxnSpPr>
          <p:nvPr/>
        </p:nvCxnSpPr>
        <p:spPr>
          <a:xfrm flipH="1">
            <a:off x="1503852" y="3317529"/>
            <a:ext cx="5210300" cy="0"/>
          </a:xfrm>
          <a:prstGeom prst="line">
            <a:avLst/>
          </a:prstGeom>
          <a:noFill/>
          <a:ln w="57150" cap="flat" cmpd="sng" algn="ctr"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/>
        </p:spPr>
      </p:cxnSp>
      <p:pic>
        <p:nvPicPr>
          <p:cNvPr id="12" name="Graphic 11" descr="Bus with solid fill">
            <a:extLst>
              <a:ext uri="{FF2B5EF4-FFF2-40B4-BE49-F238E27FC236}">
                <a16:creationId xmlns:a16="http://schemas.microsoft.com/office/drawing/2014/main" id="{6BDBF9C9-474B-B2FE-2C9B-E030DEFE9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696516" y="2974505"/>
            <a:ext cx="424800" cy="4248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7C24EA-F05C-FCFB-91FB-C7B667B80279}"/>
              </a:ext>
            </a:extLst>
          </p:cNvPr>
          <p:cNvCxnSpPr>
            <a:cxnSpLocks/>
          </p:cNvCxnSpPr>
          <p:nvPr/>
        </p:nvCxnSpPr>
        <p:spPr>
          <a:xfrm flipH="1">
            <a:off x="1503852" y="2609711"/>
            <a:ext cx="3423998" cy="3624"/>
          </a:xfrm>
          <a:prstGeom prst="line">
            <a:avLst/>
          </a:prstGeom>
          <a:noFill/>
          <a:ln w="5715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B7812B-D111-255D-5DD4-F930F20E96B6}"/>
              </a:ext>
            </a:extLst>
          </p:cNvPr>
          <p:cNvCxnSpPr>
            <a:cxnSpLocks/>
          </p:cNvCxnSpPr>
          <p:nvPr/>
        </p:nvCxnSpPr>
        <p:spPr>
          <a:xfrm>
            <a:off x="4927384" y="2465695"/>
            <a:ext cx="0" cy="288032"/>
          </a:xfrm>
          <a:prstGeom prst="line">
            <a:avLst/>
          </a:prstGeom>
          <a:noFill/>
          <a:ln w="381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</a:ln>
          <a:effectLst/>
        </p:spPr>
      </p:cxnSp>
      <p:pic>
        <p:nvPicPr>
          <p:cNvPr id="20" name="Graphic 19" descr="Skull with solid fill">
            <a:extLst>
              <a:ext uri="{FF2B5EF4-FFF2-40B4-BE49-F238E27FC236}">
                <a16:creationId xmlns:a16="http://schemas.microsoft.com/office/drawing/2014/main" id="{96132DE9-F55F-9785-B6C5-4DA2B5523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04612" y="2397780"/>
            <a:ext cx="423862" cy="4238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53853F-0797-6397-2FF5-AD309C7DAEEF}"/>
              </a:ext>
            </a:extLst>
          </p:cNvPr>
          <p:cNvSpPr txBox="1"/>
          <p:nvPr/>
        </p:nvSpPr>
        <p:spPr>
          <a:xfrm>
            <a:off x="1666114" y="2291727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3"/>
                </a:solidFill>
                <a:latin typeface="Arial" charset="0"/>
                <a:cs typeface="Arial" charset="0"/>
              </a:rPr>
              <a:t>Time to pacemaker failure</a:t>
            </a:r>
          </a:p>
        </p:txBody>
      </p:sp>
      <p:pic>
        <p:nvPicPr>
          <p:cNvPr id="24" name="Graphic 23" descr="Bus outline">
            <a:extLst>
              <a:ext uri="{FF2B5EF4-FFF2-40B4-BE49-F238E27FC236}">
                <a16:creationId xmlns:a16="http://schemas.microsoft.com/office/drawing/2014/main" id="{2ECE2E82-3D02-7FB5-0C59-CAA636FD2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01916" y="3220670"/>
            <a:ext cx="424800" cy="424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0A19FD-A28D-7D02-D01B-C1E906AB6B1D}"/>
              </a:ext>
            </a:extLst>
          </p:cNvPr>
          <p:cNvSpPr txBox="1"/>
          <p:nvPr/>
        </p:nvSpPr>
        <p:spPr>
          <a:xfrm>
            <a:off x="7776455" y="3263793"/>
            <a:ext cx="254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>
                <a:solidFill>
                  <a:schemeClr val="accent5"/>
                </a:solidFill>
                <a:latin typeface="Arial" charset="0"/>
                <a:cs typeface="Arial" charset="0"/>
              </a:rPr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5CB312-4BFA-68BC-7080-8E5CF4AA344E}"/>
              </a:ext>
            </a:extLst>
          </p:cNvPr>
          <p:cNvSpPr txBox="1"/>
          <p:nvPr/>
        </p:nvSpPr>
        <p:spPr>
          <a:xfrm>
            <a:off x="1666113" y="2978605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5"/>
                </a:solidFill>
                <a:latin typeface="Arial" charset="0"/>
                <a:cs typeface="Arial" charset="0"/>
              </a:rPr>
              <a:t>The next bus arriving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6E7180-5AB3-6E79-99E5-6782DB09E480}"/>
              </a:ext>
            </a:extLst>
          </p:cNvPr>
          <p:cNvCxnSpPr>
            <a:cxnSpLocks/>
          </p:cNvCxnSpPr>
          <p:nvPr/>
        </p:nvCxnSpPr>
        <p:spPr>
          <a:xfrm flipH="1">
            <a:off x="1509159" y="4072180"/>
            <a:ext cx="3423998" cy="3624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C4E221-5947-FE37-6A14-D562DA9B089C}"/>
              </a:ext>
            </a:extLst>
          </p:cNvPr>
          <p:cNvCxnSpPr>
            <a:cxnSpLocks/>
          </p:cNvCxnSpPr>
          <p:nvPr/>
        </p:nvCxnSpPr>
        <p:spPr>
          <a:xfrm>
            <a:off x="4932691" y="3928164"/>
            <a:ext cx="0" cy="288032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pic>
        <p:nvPicPr>
          <p:cNvPr id="34" name="Graphic 33" descr="Unfollow with solid fill">
            <a:extLst>
              <a:ext uri="{FF2B5EF4-FFF2-40B4-BE49-F238E27FC236}">
                <a16:creationId xmlns:a16="http://schemas.microsoft.com/office/drawing/2014/main" id="{1D21D12B-1391-1255-33BF-56EA02C4F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09919" y="3860249"/>
            <a:ext cx="423862" cy="42386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3051392-EAC1-C9A3-666E-06A015BB7663}"/>
              </a:ext>
            </a:extLst>
          </p:cNvPr>
          <p:cNvSpPr txBox="1"/>
          <p:nvPr/>
        </p:nvSpPr>
        <p:spPr>
          <a:xfrm>
            <a:off x="1671421" y="3754196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1"/>
                </a:solidFill>
                <a:latin typeface="Arial" charset="0"/>
                <a:cs typeface="Arial" charset="0"/>
              </a:rPr>
              <a:t>Onset of cognitive decline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B8762A-FFBE-F8CB-4BC3-9A85C7E4B537}"/>
              </a:ext>
            </a:extLst>
          </p:cNvPr>
          <p:cNvCxnSpPr>
            <a:cxnSpLocks/>
          </p:cNvCxnSpPr>
          <p:nvPr/>
        </p:nvCxnSpPr>
        <p:spPr>
          <a:xfrm>
            <a:off x="6714152" y="4384333"/>
            <a:ext cx="943280" cy="0"/>
          </a:xfrm>
          <a:prstGeom prst="straightConnector1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ysDot"/>
            <a:tailEnd type="triangle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42A75-BB23-1F26-B29C-120D5BC9AF39}"/>
              </a:ext>
            </a:extLst>
          </p:cNvPr>
          <p:cNvCxnSpPr>
            <a:cxnSpLocks/>
          </p:cNvCxnSpPr>
          <p:nvPr/>
        </p:nvCxnSpPr>
        <p:spPr>
          <a:xfrm flipH="1">
            <a:off x="1503852" y="4384333"/>
            <a:ext cx="5210300" cy="0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F55C7C-3EBD-C229-6EB7-7A0BAB62C56C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66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84E97B-6B43-8338-C344-F39FF7BA93B7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66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pic>
        <p:nvPicPr>
          <p:cNvPr id="38" name="Graphic 37" descr="Clipboard Partially Crossed with solid fill">
            <a:extLst>
              <a:ext uri="{FF2B5EF4-FFF2-40B4-BE49-F238E27FC236}">
                <a16:creationId xmlns:a16="http://schemas.microsoft.com/office/drawing/2014/main" id="{C8413920-B219-0EB5-51FB-760B993DD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53626" y="4172402"/>
            <a:ext cx="423862" cy="42386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C760304-CE5C-208D-1667-C82E602F7967}"/>
              </a:ext>
            </a:extLst>
          </p:cNvPr>
          <p:cNvSpPr txBox="1"/>
          <p:nvPr/>
        </p:nvSpPr>
        <p:spPr>
          <a:xfrm>
            <a:off x="7961420" y="4216381"/>
            <a:ext cx="254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9379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F764637-6D53-D6F3-A911-3F6EAC29705A}"/>
              </a:ext>
            </a:extLst>
          </p:cNvPr>
          <p:cNvSpPr/>
          <p:nvPr/>
        </p:nvSpPr>
        <p:spPr>
          <a:xfrm>
            <a:off x="1253427" y="882063"/>
            <a:ext cx="5902747" cy="1754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4A35B1-BD6F-7587-062D-BA9A1E49E28B}"/>
              </a:ext>
            </a:extLst>
          </p:cNvPr>
          <p:cNvSpPr txBox="1"/>
          <p:nvPr/>
        </p:nvSpPr>
        <p:spPr>
          <a:xfrm>
            <a:off x="5173073" y="882063"/>
            <a:ext cx="1847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But, if: 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Not concordant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C3E576-D38E-ADFE-2A52-EB0F99E9DABD}"/>
              </a:ext>
            </a:extLst>
          </p:cNvPr>
          <p:cNvSpPr txBox="1"/>
          <p:nvPr/>
        </p:nvSpPr>
        <p:spPr>
          <a:xfrm>
            <a:off x="3214454" y="882063"/>
            <a:ext cx="1847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If, in reality: 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Concordant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B291CE-BDD9-5135-448F-C75F826B06F3}"/>
              </a:ext>
            </a:extLst>
          </p:cNvPr>
          <p:cNvSpPr txBox="1"/>
          <p:nvPr/>
        </p:nvSpPr>
        <p:spPr>
          <a:xfrm>
            <a:off x="1253427" y="882063"/>
            <a:ext cx="1847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Model predicts: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solidFill>
                  <a:schemeClr val="accent6"/>
                </a:solidFill>
              </a:rPr>
              <a:t>risk</a:t>
            </a:r>
            <a:r>
              <a:rPr lang="en-GB" dirty="0"/>
              <a:t> &gt; </a:t>
            </a:r>
            <a:r>
              <a:rPr lang="en-GB" dirty="0">
                <a:solidFill>
                  <a:schemeClr val="accent2"/>
                </a:solidFill>
              </a:rPr>
              <a:t>risk</a:t>
            </a:r>
          </a:p>
        </p:txBody>
      </p:sp>
      <p:pic>
        <p:nvPicPr>
          <p:cNvPr id="3" name="Graphic 2" descr="Man with solid fill">
            <a:extLst>
              <a:ext uri="{FF2B5EF4-FFF2-40B4-BE49-F238E27FC236}">
                <a16:creationId xmlns:a16="http://schemas.microsoft.com/office/drawing/2014/main" id="{F2FA62D5-137D-8334-F82E-4037EF929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4398" y="1302026"/>
            <a:ext cx="914400" cy="914400"/>
          </a:xfrm>
          <a:prstGeom prst="rect">
            <a:avLst/>
          </a:prstGeom>
        </p:spPr>
      </p:pic>
      <p:pic>
        <p:nvPicPr>
          <p:cNvPr id="4" name="Graphic 3" descr="Man with solid fill">
            <a:extLst>
              <a:ext uri="{FF2B5EF4-FFF2-40B4-BE49-F238E27FC236}">
                <a16:creationId xmlns:a16="http://schemas.microsoft.com/office/drawing/2014/main" id="{41BE1116-0CFC-9170-B7E6-5EEE5447B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0279" y="1302026"/>
            <a:ext cx="914400" cy="914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13A51E-0570-B9FF-0363-9BBE190FA6A0}"/>
              </a:ext>
            </a:extLst>
          </p:cNvPr>
          <p:cNvCxnSpPr>
            <a:cxnSpLocks/>
          </p:cNvCxnSpPr>
          <p:nvPr/>
        </p:nvCxnSpPr>
        <p:spPr>
          <a:xfrm>
            <a:off x="3384548" y="1509170"/>
            <a:ext cx="933008" cy="0"/>
          </a:xfrm>
          <a:prstGeom prst="straightConnector1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ADF2BD-17AC-5B67-D5F1-4316FF24233C}"/>
              </a:ext>
            </a:extLst>
          </p:cNvPr>
          <p:cNvCxnSpPr>
            <a:cxnSpLocks/>
          </p:cNvCxnSpPr>
          <p:nvPr/>
        </p:nvCxnSpPr>
        <p:spPr>
          <a:xfrm>
            <a:off x="3384548" y="1900109"/>
            <a:ext cx="1251060" cy="0"/>
          </a:xfrm>
          <a:prstGeom prst="straightConnector1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9CAA9D-890B-18A1-D43C-5896B9BFAB08}"/>
              </a:ext>
            </a:extLst>
          </p:cNvPr>
          <p:cNvCxnSpPr>
            <a:cxnSpLocks/>
          </p:cNvCxnSpPr>
          <p:nvPr/>
        </p:nvCxnSpPr>
        <p:spPr>
          <a:xfrm>
            <a:off x="5413458" y="1509170"/>
            <a:ext cx="1114563" cy="0"/>
          </a:xfrm>
          <a:prstGeom prst="straightConnector1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87B9C5-1EEA-ED29-1D8D-705CB07FB5F5}"/>
              </a:ext>
            </a:extLst>
          </p:cNvPr>
          <p:cNvCxnSpPr>
            <a:cxnSpLocks/>
          </p:cNvCxnSpPr>
          <p:nvPr/>
        </p:nvCxnSpPr>
        <p:spPr>
          <a:xfrm>
            <a:off x="5413458" y="1900109"/>
            <a:ext cx="756754" cy="0"/>
          </a:xfrm>
          <a:prstGeom prst="straightConnector1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tailEnd type="triangle"/>
          </a:ln>
          <a:effectLst/>
        </p:spPr>
      </p:cxnSp>
      <p:pic>
        <p:nvPicPr>
          <p:cNvPr id="17" name="Graphic 16" descr="Race Flag with solid fill">
            <a:extLst>
              <a:ext uri="{FF2B5EF4-FFF2-40B4-BE49-F238E27FC236}">
                <a16:creationId xmlns:a16="http://schemas.microsoft.com/office/drawing/2014/main" id="{41B0B1D6-2D8A-6F0C-A9A1-ED0D6D25EB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7556" y="1280570"/>
            <a:ext cx="457200" cy="457200"/>
          </a:xfrm>
          <a:prstGeom prst="rect">
            <a:avLst/>
          </a:prstGeom>
        </p:spPr>
      </p:pic>
      <p:pic>
        <p:nvPicPr>
          <p:cNvPr id="18" name="Graphic 17" descr="Race Flag with solid fill">
            <a:extLst>
              <a:ext uri="{FF2B5EF4-FFF2-40B4-BE49-F238E27FC236}">
                <a16:creationId xmlns:a16="http://schemas.microsoft.com/office/drawing/2014/main" id="{89886887-ECC3-B6D7-949F-297A55414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237" y="1671509"/>
            <a:ext cx="457200" cy="457200"/>
          </a:xfrm>
          <a:prstGeom prst="rect">
            <a:avLst/>
          </a:prstGeom>
        </p:spPr>
      </p:pic>
      <p:pic>
        <p:nvPicPr>
          <p:cNvPr id="19" name="Graphic 18" descr="Race Flag with solid fill">
            <a:extLst>
              <a:ext uri="{FF2B5EF4-FFF2-40B4-BE49-F238E27FC236}">
                <a16:creationId xmlns:a16="http://schemas.microsoft.com/office/drawing/2014/main" id="{2B5FCA23-9622-4DDE-836B-F0B330FAE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3802" y="1280570"/>
            <a:ext cx="457200" cy="457200"/>
          </a:xfrm>
          <a:prstGeom prst="rect">
            <a:avLst/>
          </a:prstGeom>
        </p:spPr>
      </p:pic>
      <p:pic>
        <p:nvPicPr>
          <p:cNvPr id="20" name="Graphic 19" descr="Race Flag with solid fill">
            <a:extLst>
              <a:ext uri="{FF2B5EF4-FFF2-40B4-BE49-F238E27FC236}">
                <a16:creationId xmlns:a16="http://schemas.microsoft.com/office/drawing/2014/main" id="{6620342B-C648-82E5-AAA5-5AAABD2ED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244" y="1671509"/>
            <a:ext cx="457200" cy="457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E81FCB-EC36-0F63-EED9-3376A55FA922}"/>
              </a:ext>
            </a:extLst>
          </p:cNvPr>
          <p:cNvCxnSpPr>
            <a:cxnSpLocks/>
          </p:cNvCxnSpPr>
          <p:nvPr/>
        </p:nvCxnSpPr>
        <p:spPr>
          <a:xfrm>
            <a:off x="3384548" y="1189485"/>
            <a:ext cx="0" cy="110049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40C3BC-1E03-5D1D-A544-C6384F93C7B7}"/>
              </a:ext>
            </a:extLst>
          </p:cNvPr>
          <p:cNvCxnSpPr>
            <a:cxnSpLocks/>
          </p:cNvCxnSpPr>
          <p:nvPr/>
        </p:nvCxnSpPr>
        <p:spPr>
          <a:xfrm>
            <a:off x="5413458" y="1189485"/>
            <a:ext cx="0" cy="110049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87497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D7005D8-B3F4-C95B-183A-FBC3B564ED4F}"/>
              </a:ext>
            </a:extLst>
          </p:cNvPr>
          <p:cNvSpPr/>
          <p:nvPr/>
        </p:nvSpPr>
        <p:spPr>
          <a:xfrm>
            <a:off x="553633" y="819806"/>
            <a:ext cx="10620000" cy="3294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5E4B46-601B-B5AD-631F-6260028F3B9C}"/>
              </a:ext>
            </a:extLst>
          </p:cNvPr>
          <p:cNvGrpSpPr/>
          <p:nvPr/>
        </p:nvGrpSpPr>
        <p:grpSpPr>
          <a:xfrm>
            <a:off x="1168851" y="929432"/>
            <a:ext cx="4626351" cy="3048669"/>
            <a:chOff x="1423978" y="2670416"/>
            <a:chExt cx="4626351" cy="3048669"/>
          </a:xfrm>
        </p:grpSpPr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39DEEC71-EA13-8432-ABBD-A97430FFB19F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" name="Graphic 3" descr="Dinosaur Egg with solid fill">
              <a:extLst>
                <a:ext uri="{FF2B5EF4-FFF2-40B4-BE49-F238E27FC236}">
                  <a16:creationId xmlns:a16="http://schemas.microsoft.com/office/drawing/2014/main" id="{9EF0B0BF-A455-0167-A8F0-4AAD0DE87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389461" y="3137334"/>
              <a:ext cx="761707" cy="761707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26086D0D-83EB-DA45-E011-B81684E603D2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9AEF64BB-2DC7-8F45-A641-2A7A68652985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Dinosaur Egg with solid fill">
              <a:extLst>
                <a:ext uri="{FF2B5EF4-FFF2-40B4-BE49-F238E27FC236}">
                  <a16:creationId xmlns:a16="http://schemas.microsoft.com/office/drawing/2014/main" id="{7ABC7B40-170E-CEE1-2C3B-BA42A357AF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537520" y="3729188"/>
              <a:ext cx="761707" cy="761707"/>
            </a:xfrm>
            <a:prstGeom prst="rect">
              <a:avLst/>
            </a:prstGeom>
          </p:spPr>
        </p:pic>
        <p:pic>
          <p:nvPicPr>
            <p:cNvPr id="8" name="Graphic 7" descr="Dinosaur Egg with solid fill">
              <a:extLst>
                <a:ext uri="{FF2B5EF4-FFF2-40B4-BE49-F238E27FC236}">
                  <a16:creationId xmlns:a16="http://schemas.microsoft.com/office/drawing/2014/main" id="{21E36242-97AC-FF6A-5EB1-4AEF7E3782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288622" y="4317460"/>
              <a:ext cx="761707" cy="76170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F87F1F-1AA3-EE32-9DD8-99475984FFD9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A20D2B8-67A0-1BC2-6C37-20543DBACE4D}"/>
                </a:ext>
              </a:extLst>
            </p:cNvPr>
            <p:cNvSpPr/>
            <p:nvPr/>
          </p:nvSpPr>
          <p:spPr>
            <a:xfrm>
              <a:off x="1780171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Graphic 10" descr="Dinosaur Egg with solid fill">
              <a:extLst>
                <a:ext uri="{FF2B5EF4-FFF2-40B4-BE49-F238E27FC236}">
                  <a16:creationId xmlns:a16="http://schemas.microsoft.com/office/drawing/2014/main" id="{C7431277-B5A4-58E7-D59F-09DA0AE730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65275" y="4957378"/>
              <a:ext cx="761707" cy="761707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30F414D-7C21-8431-DA22-516F3068B7E1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Office worker female with solid fill">
            <a:extLst>
              <a:ext uri="{FF2B5EF4-FFF2-40B4-BE49-F238E27FC236}">
                <a16:creationId xmlns:a16="http://schemas.microsoft.com/office/drawing/2014/main" id="{6B9E55EE-CF06-2E5A-8867-3E1D3C422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92763" y="1630444"/>
            <a:ext cx="767238" cy="767238"/>
          </a:xfrm>
          <a:prstGeom prst="rect">
            <a:avLst/>
          </a:prstGeom>
        </p:spPr>
      </p:pic>
      <p:pic>
        <p:nvPicPr>
          <p:cNvPr id="15" name="Graphic 14" descr="Office worker female with solid fill">
            <a:extLst>
              <a:ext uri="{FF2B5EF4-FFF2-40B4-BE49-F238E27FC236}">
                <a16:creationId xmlns:a16="http://schemas.microsoft.com/office/drawing/2014/main" id="{CDF8E448-C389-EAFE-997D-292AC5372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6517" y="2968767"/>
            <a:ext cx="767238" cy="76723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10CE0F5-FA86-A2D8-6115-156552C101F4}"/>
              </a:ext>
            </a:extLst>
          </p:cNvPr>
          <p:cNvGrpSpPr/>
          <p:nvPr/>
        </p:nvGrpSpPr>
        <p:grpSpPr>
          <a:xfrm>
            <a:off x="6622957" y="929432"/>
            <a:ext cx="4626349" cy="3060861"/>
            <a:chOff x="1423978" y="2670416"/>
            <a:chExt cx="4626349" cy="3060861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84A1E183-54CF-1023-7FF1-0CF1DE5D5297}"/>
                </a:ext>
              </a:extLst>
            </p:cNvPr>
            <p:cNvSpPr/>
            <p:nvPr/>
          </p:nvSpPr>
          <p:spPr>
            <a:xfrm>
              <a:off x="1786417" y="3344858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Graphic 17" descr="Dinosaur Egg with solid fill">
              <a:extLst>
                <a:ext uri="{FF2B5EF4-FFF2-40B4-BE49-F238E27FC236}">
                  <a16:creationId xmlns:a16="http://schemas.microsoft.com/office/drawing/2014/main" id="{DDF3C648-4ECE-D77F-37D6-6696AAAC30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386499" y="3140442"/>
              <a:ext cx="761707" cy="76170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1C918828-B16B-1201-4A52-4841CF42E1AE}"/>
                </a:ext>
              </a:extLst>
            </p:cNvPr>
            <p:cNvSpPr/>
            <p:nvPr/>
          </p:nvSpPr>
          <p:spPr>
            <a:xfrm>
              <a:off x="1786417" y="3933501"/>
              <a:ext cx="1769518" cy="353083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7ED4DB2-0E50-B2A8-E184-40FAF71F9F0B}"/>
                </a:ext>
              </a:extLst>
            </p:cNvPr>
            <p:cNvSpPr/>
            <p:nvPr/>
          </p:nvSpPr>
          <p:spPr>
            <a:xfrm>
              <a:off x="1786417" y="4562234"/>
              <a:ext cx="3509045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1" name="Graphic 20" descr="Dinosaur Egg with solid fill">
              <a:extLst>
                <a:ext uri="{FF2B5EF4-FFF2-40B4-BE49-F238E27FC236}">
                  <a16:creationId xmlns:a16="http://schemas.microsoft.com/office/drawing/2014/main" id="{40EB682A-8562-698D-2160-C83119AB7C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537519" y="3746274"/>
              <a:ext cx="761707" cy="761707"/>
            </a:xfrm>
            <a:prstGeom prst="rect">
              <a:avLst/>
            </a:prstGeom>
          </p:spPr>
        </p:pic>
        <p:pic>
          <p:nvPicPr>
            <p:cNvPr id="22" name="Graphic 21" descr="Dinosaur Egg with solid fill">
              <a:extLst>
                <a:ext uri="{FF2B5EF4-FFF2-40B4-BE49-F238E27FC236}">
                  <a16:creationId xmlns:a16="http://schemas.microsoft.com/office/drawing/2014/main" id="{E3959C91-7C08-87A6-B8F8-191D9F4C1C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288620" y="4324844"/>
              <a:ext cx="761707" cy="76170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9C0B26-5EAE-8DA5-1C13-E3AC31458453}"/>
                </a:ext>
              </a:extLst>
            </p:cNvPr>
            <p:cNvSpPr txBox="1"/>
            <p:nvPr/>
          </p:nvSpPr>
          <p:spPr>
            <a:xfrm>
              <a:off x="1423978" y="2670416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Start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46BB749-7280-1D94-3CFD-AC62EEDBC974}"/>
                </a:ext>
              </a:extLst>
            </p:cNvPr>
            <p:cNvSpPr/>
            <p:nvPr/>
          </p:nvSpPr>
          <p:spPr>
            <a:xfrm>
              <a:off x="1780171" y="5183729"/>
              <a:ext cx="2609290" cy="353083"/>
            </a:xfrm>
            <a:prstGeom prst="rightArrow">
              <a:avLst/>
            </a:prstGeom>
            <a:solidFill>
              <a:srgbClr val="00B1C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Graphic 24" descr="Dinosaur Egg with solid fill">
              <a:extLst>
                <a:ext uri="{FF2B5EF4-FFF2-40B4-BE49-F238E27FC236}">
                  <a16:creationId xmlns:a16="http://schemas.microsoft.com/office/drawing/2014/main" id="{E7884ABB-B84F-13AD-1D14-79C686A533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381035" y="4969570"/>
              <a:ext cx="761707" cy="761707"/>
            </a:xfrm>
            <a:prstGeom prst="rect">
              <a:avLst/>
            </a:prstGeom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98D570-272F-B063-D570-A2908B2CFFD8}"/>
                </a:ext>
              </a:extLst>
            </p:cNvPr>
            <p:cNvCxnSpPr>
              <a:cxnSpLocks/>
            </p:cNvCxnSpPr>
            <p:nvPr/>
          </p:nvCxnSpPr>
          <p:spPr>
            <a:xfrm>
              <a:off x="1786417" y="3166565"/>
              <a:ext cx="0" cy="2515693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284ABD75-21C2-223E-04AD-F2AC8394645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1516" y="1573848"/>
            <a:ext cx="873016" cy="8730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780BDD7-45A0-E841-2082-6C431C590DE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1516" y="2831229"/>
            <a:ext cx="873016" cy="8730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22FE67-6C00-A405-5460-E5D7537D7AC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20728" y="1419029"/>
            <a:ext cx="684000" cy="684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A01869-C578-1AC5-A9E4-E634184628B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2300" y="2629367"/>
            <a:ext cx="684000" cy="684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32A94E8-1DB4-A1D8-9FDF-B35341DA2EB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22066" y="2021818"/>
            <a:ext cx="684000" cy="684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69D3221-DC36-099A-6F56-D96B32825DB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2300" y="3278329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5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1903-FF22-7B00-8257-BC3577DBF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A3093B17-8667-1FCF-590E-5E4DB7B42477}"/>
              </a:ext>
            </a:extLst>
          </p:cNvPr>
          <p:cNvSpPr/>
          <p:nvPr/>
        </p:nvSpPr>
        <p:spPr>
          <a:xfrm>
            <a:off x="629306" y="796157"/>
            <a:ext cx="10620000" cy="445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98B3D1-D4AF-5CFD-C88D-3E4B8542A0A7}"/>
              </a:ext>
            </a:extLst>
          </p:cNvPr>
          <p:cNvSpPr/>
          <p:nvPr/>
        </p:nvSpPr>
        <p:spPr>
          <a:xfrm>
            <a:off x="1528874" y="4122026"/>
            <a:ext cx="3509045" cy="190375"/>
          </a:xfrm>
          <a:prstGeom prst="rect">
            <a:avLst/>
          </a:prstGeom>
          <a:solidFill>
            <a:srgbClr val="00B1C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9FA391B-1469-6F06-FC2D-E61E3FBD1D82}"/>
              </a:ext>
            </a:extLst>
          </p:cNvPr>
          <p:cNvSpPr/>
          <p:nvPr/>
        </p:nvSpPr>
        <p:spPr>
          <a:xfrm>
            <a:off x="1531290" y="1603874"/>
            <a:ext cx="2609290" cy="353083"/>
          </a:xfrm>
          <a:prstGeom prst="rightArrow">
            <a:avLst/>
          </a:prstGeom>
          <a:solidFill>
            <a:srgbClr val="00B1C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 descr="Gavel with solid fill">
            <a:extLst>
              <a:ext uri="{FF2B5EF4-FFF2-40B4-BE49-F238E27FC236}">
                <a16:creationId xmlns:a16="http://schemas.microsoft.com/office/drawing/2014/main" id="{44FF1124-9FE8-D841-CE7C-1608ABECE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134334" y="1396350"/>
            <a:ext cx="761707" cy="76170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AE4E1E01-B8B1-EF4C-0B98-A869C85C5CFC}"/>
              </a:ext>
            </a:extLst>
          </p:cNvPr>
          <p:cNvSpPr/>
          <p:nvPr/>
        </p:nvSpPr>
        <p:spPr>
          <a:xfrm>
            <a:off x="1531290" y="2192517"/>
            <a:ext cx="1769518" cy="353083"/>
          </a:xfrm>
          <a:prstGeom prst="rightArrow">
            <a:avLst/>
          </a:prstGeom>
          <a:solidFill>
            <a:srgbClr val="00B1C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F4BD24-818F-F7FC-2BDA-3A0F7294C54F}"/>
              </a:ext>
            </a:extLst>
          </p:cNvPr>
          <p:cNvSpPr/>
          <p:nvPr/>
        </p:nvSpPr>
        <p:spPr>
          <a:xfrm>
            <a:off x="1525044" y="2929199"/>
            <a:ext cx="3509045" cy="190375"/>
          </a:xfrm>
          <a:prstGeom prst="rect">
            <a:avLst/>
          </a:prstGeom>
          <a:solidFill>
            <a:srgbClr val="00B1C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Gavel with solid fill">
            <a:extLst>
              <a:ext uri="{FF2B5EF4-FFF2-40B4-BE49-F238E27FC236}">
                <a16:creationId xmlns:a16="http://schemas.microsoft.com/office/drawing/2014/main" id="{44E0DBE2-0EAB-04AD-0E68-AB917B49EC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82393" y="1988204"/>
            <a:ext cx="761707" cy="761707"/>
          </a:xfrm>
          <a:prstGeom prst="rect">
            <a:avLst/>
          </a:prstGeom>
        </p:spPr>
      </p:pic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BEB83B8A-8C34-791C-4EC2-B585FF02C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55206" y="2681420"/>
            <a:ext cx="648000" cy="64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A43953-5EDB-B1D8-64EE-D1D44480C47B}"/>
              </a:ext>
            </a:extLst>
          </p:cNvPr>
          <p:cNvSpPr txBox="1"/>
          <p:nvPr/>
        </p:nvSpPr>
        <p:spPr>
          <a:xfrm>
            <a:off x="1168851" y="929432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Start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F451E8A-CF63-F9A5-1BED-3931649E2FBA}"/>
              </a:ext>
            </a:extLst>
          </p:cNvPr>
          <p:cNvSpPr/>
          <p:nvPr/>
        </p:nvSpPr>
        <p:spPr>
          <a:xfrm>
            <a:off x="1525044" y="3442745"/>
            <a:ext cx="2609290" cy="353083"/>
          </a:xfrm>
          <a:prstGeom prst="rightArrow">
            <a:avLst/>
          </a:prstGeom>
          <a:solidFill>
            <a:srgbClr val="00B1C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 descr="Gavel with solid fill">
            <a:extLst>
              <a:ext uri="{FF2B5EF4-FFF2-40B4-BE49-F238E27FC236}">
                <a16:creationId xmlns:a16="http://schemas.microsoft.com/office/drawing/2014/main" id="{7665FDFF-1451-CDEC-8A61-E328F713E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10148" y="3216394"/>
            <a:ext cx="761707" cy="7617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8DB2C4-6618-9DD2-C862-7B0043AACA08}"/>
              </a:ext>
            </a:extLst>
          </p:cNvPr>
          <p:cNvCxnSpPr>
            <a:cxnSpLocks/>
          </p:cNvCxnSpPr>
          <p:nvPr/>
        </p:nvCxnSpPr>
        <p:spPr>
          <a:xfrm>
            <a:off x="1531290" y="1425581"/>
            <a:ext cx="0" cy="3170067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House with solid fill">
            <a:extLst>
              <a:ext uri="{FF2B5EF4-FFF2-40B4-BE49-F238E27FC236}">
                <a16:creationId xmlns:a16="http://schemas.microsoft.com/office/drawing/2014/main" id="{3A7D97AA-6AA9-3589-C799-9A6561DA6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98423" y="1396350"/>
            <a:ext cx="684000" cy="684000"/>
          </a:xfrm>
          <a:prstGeom prst="rect">
            <a:avLst/>
          </a:prstGeom>
        </p:spPr>
      </p:pic>
      <p:pic>
        <p:nvPicPr>
          <p:cNvPr id="15" name="Graphic 14" descr="House with solid fill">
            <a:extLst>
              <a:ext uri="{FF2B5EF4-FFF2-40B4-BE49-F238E27FC236}">
                <a16:creationId xmlns:a16="http://schemas.microsoft.com/office/drawing/2014/main" id="{CF342379-284D-B46E-21BF-E9604A4DA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94593" y="2629367"/>
            <a:ext cx="684000" cy="684000"/>
          </a:xfrm>
          <a:prstGeom prst="rect">
            <a:avLst/>
          </a:prstGeom>
        </p:spPr>
      </p:pic>
      <p:pic>
        <p:nvPicPr>
          <p:cNvPr id="27" name="Graphic 26" descr="House with solid fill">
            <a:extLst>
              <a:ext uri="{FF2B5EF4-FFF2-40B4-BE49-F238E27FC236}">
                <a16:creationId xmlns:a16="http://schemas.microsoft.com/office/drawing/2014/main" id="{CC7EC3DC-06AB-37E0-0811-16FCB04848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0763" y="2021818"/>
            <a:ext cx="684000" cy="684000"/>
          </a:xfrm>
          <a:prstGeom prst="rect">
            <a:avLst/>
          </a:prstGeom>
        </p:spPr>
      </p:pic>
      <p:pic>
        <p:nvPicPr>
          <p:cNvPr id="29" name="Graphic 28" descr="House with solid fill">
            <a:extLst>
              <a:ext uri="{FF2B5EF4-FFF2-40B4-BE49-F238E27FC236}">
                <a16:creationId xmlns:a16="http://schemas.microsoft.com/office/drawing/2014/main" id="{C683A135-3FB3-31BC-EA26-E1A105899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98423" y="3228586"/>
            <a:ext cx="684000" cy="684000"/>
          </a:xfrm>
          <a:prstGeom prst="rect">
            <a:avLst/>
          </a:prstGeom>
        </p:spPr>
      </p:pic>
      <p:pic>
        <p:nvPicPr>
          <p:cNvPr id="36" name="Graphic 35" descr="Badge Question Mark with solid fill">
            <a:extLst>
              <a:ext uri="{FF2B5EF4-FFF2-40B4-BE49-F238E27FC236}">
                <a16:creationId xmlns:a16="http://schemas.microsoft.com/office/drawing/2014/main" id="{DA85E563-DB20-5AC2-27BB-50DE856AD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864200" y="3875375"/>
            <a:ext cx="648000" cy="648000"/>
          </a:xfrm>
          <a:prstGeom prst="rect">
            <a:avLst/>
          </a:prstGeom>
        </p:spPr>
      </p:pic>
      <p:pic>
        <p:nvPicPr>
          <p:cNvPr id="40" name="Graphic 39" descr="House with solid fill">
            <a:extLst>
              <a:ext uri="{FF2B5EF4-FFF2-40B4-BE49-F238E27FC236}">
                <a16:creationId xmlns:a16="http://schemas.microsoft.com/office/drawing/2014/main" id="{B98D88DE-C431-EE3C-3D74-3F2B31671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98423" y="3821267"/>
            <a:ext cx="684000" cy="6840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B2B33C8-54F0-0CE4-E7FE-7CE6B107E132}"/>
              </a:ext>
            </a:extLst>
          </p:cNvPr>
          <p:cNvSpPr txBox="1"/>
          <p:nvPr/>
        </p:nvSpPr>
        <p:spPr>
          <a:xfrm>
            <a:off x="1168851" y="4728358"/>
            <a:ext cx="2888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Event: </a:t>
            </a:r>
            <a:r>
              <a:rPr lang="en-GB" dirty="0"/>
              <a:t>house sale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D4FBD48-49D3-6377-24B7-E65F67AFD937}"/>
              </a:ext>
            </a:extLst>
          </p:cNvPr>
          <p:cNvSpPr/>
          <p:nvPr/>
        </p:nvSpPr>
        <p:spPr>
          <a:xfrm>
            <a:off x="6736545" y="3516401"/>
            <a:ext cx="3509045" cy="190375"/>
          </a:xfrm>
          <a:prstGeom prst="rect">
            <a:avLst/>
          </a:prstGeom>
          <a:solidFill>
            <a:srgbClr val="00B1C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32B6A0AD-935B-1F93-3E35-BE388C2CC114}"/>
              </a:ext>
            </a:extLst>
          </p:cNvPr>
          <p:cNvSpPr/>
          <p:nvPr/>
        </p:nvSpPr>
        <p:spPr>
          <a:xfrm>
            <a:off x="6728885" y="1564992"/>
            <a:ext cx="2609290" cy="353083"/>
          </a:xfrm>
          <a:prstGeom prst="rightArrow">
            <a:avLst/>
          </a:prstGeom>
          <a:solidFill>
            <a:srgbClr val="00B1C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5" name="Graphic 64" descr="Flower without stem with solid fill">
            <a:extLst>
              <a:ext uri="{FF2B5EF4-FFF2-40B4-BE49-F238E27FC236}">
                <a16:creationId xmlns:a16="http://schemas.microsoft.com/office/drawing/2014/main" id="{0D5EDE66-4FE5-EA9A-F760-8B7E61567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331929" y="1357468"/>
            <a:ext cx="761707" cy="761707"/>
          </a:xfrm>
          <a:prstGeom prst="rect">
            <a:avLst/>
          </a:prstGeom>
        </p:spPr>
      </p:pic>
      <p:sp>
        <p:nvSpPr>
          <p:cNvPr id="66" name="Arrow: Right 65">
            <a:extLst>
              <a:ext uri="{FF2B5EF4-FFF2-40B4-BE49-F238E27FC236}">
                <a16:creationId xmlns:a16="http://schemas.microsoft.com/office/drawing/2014/main" id="{D49D7FBB-2925-4BA9-E668-6D37C4BAF99A}"/>
              </a:ext>
            </a:extLst>
          </p:cNvPr>
          <p:cNvSpPr/>
          <p:nvPr/>
        </p:nvSpPr>
        <p:spPr>
          <a:xfrm>
            <a:off x="6720891" y="2795167"/>
            <a:ext cx="1942258" cy="353083"/>
          </a:xfrm>
          <a:prstGeom prst="rightArrow">
            <a:avLst/>
          </a:prstGeom>
          <a:solidFill>
            <a:srgbClr val="00B1C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FCCCD9-8E42-54C1-ACDA-035057A5F1F3}"/>
              </a:ext>
            </a:extLst>
          </p:cNvPr>
          <p:cNvSpPr txBox="1"/>
          <p:nvPr/>
        </p:nvSpPr>
        <p:spPr>
          <a:xfrm>
            <a:off x="6366446" y="890550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Start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392703D7-59BF-12D6-338C-DD53D2547EA0}"/>
              </a:ext>
            </a:extLst>
          </p:cNvPr>
          <p:cNvSpPr/>
          <p:nvPr/>
        </p:nvSpPr>
        <p:spPr>
          <a:xfrm>
            <a:off x="6722639" y="4007491"/>
            <a:ext cx="2609290" cy="353083"/>
          </a:xfrm>
          <a:prstGeom prst="rightArrow">
            <a:avLst/>
          </a:prstGeom>
          <a:solidFill>
            <a:srgbClr val="00B1C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2" name="Graphic 71" descr="Flower without stem with solid fill">
            <a:extLst>
              <a:ext uri="{FF2B5EF4-FFF2-40B4-BE49-F238E27FC236}">
                <a16:creationId xmlns:a16="http://schemas.microsoft.com/office/drawing/2014/main" id="{FA1C47BD-2057-1DC4-CDB6-919CE96D9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307742" y="3779639"/>
            <a:ext cx="761707" cy="761707"/>
          </a:xfrm>
          <a:prstGeom prst="rect">
            <a:avLst/>
          </a:prstGeom>
        </p:spPr>
      </p:pic>
      <p:pic>
        <p:nvPicPr>
          <p:cNvPr id="74" name="Graphic 73" descr="Flowers in pot with solid fill">
            <a:extLst>
              <a:ext uri="{FF2B5EF4-FFF2-40B4-BE49-F238E27FC236}">
                <a16:creationId xmlns:a16="http://schemas.microsoft.com/office/drawing/2014/main" id="{CD7049CC-B378-8E9B-092B-96945A864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5896018" y="1357468"/>
            <a:ext cx="684000" cy="684000"/>
          </a:xfrm>
          <a:prstGeom prst="rect">
            <a:avLst/>
          </a:prstGeom>
        </p:spPr>
      </p:pic>
      <p:pic>
        <p:nvPicPr>
          <p:cNvPr id="75" name="Graphic 74" descr="Flowers in pot with solid fill">
            <a:extLst>
              <a:ext uri="{FF2B5EF4-FFF2-40B4-BE49-F238E27FC236}">
                <a16:creationId xmlns:a16="http://schemas.microsoft.com/office/drawing/2014/main" id="{84D2A5A2-F113-F6EC-1FF5-89ED40E08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892188" y="2590485"/>
            <a:ext cx="684000" cy="684000"/>
          </a:xfrm>
          <a:prstGeom prst="rect">
            <a:avLst/>
          </a:prstGeom>
        </p:spPr>
      </p:pic>
      <p:pic>
        <p:nvPicPr>
          <p:cNvPr id="76" name="Graphic 75" descr="Flowers in pot with solid fill">
            <a:extLst>
              <a:ext uri="{FF2B5EF4-FFF2-40B4-BE49-F238E27FC236}">
                <a16:creationId xmlns:a16="http://schemas.microsoft.com/office/drawing/2014/main" id="{BD9FDABA-C595-A52C-D2F5-E29814D60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5888358" y="1982936"/>
            <a:ext cx="684000" cy="684000"/>
          </a:xfrm>
          <a:prstGeom prst="rect">
            <a:avLst/>
          </a:prstGeom>
        </p:spPr>
      </p:pic>
      <p:pic>
        <p:nvPicPr>
          <p:cNvPr id="77" name="Graphic 76" descr="Flowers in pot with solid fill">
            <a:extLst>
              <a:ext uri="{FF2B5EF4-FFF2-40B4-BE49-F238E27FC236}">
                <a16:creationId xmlns:a16="http://schemas.microsoft.com/office/drawing/2014/main" id="{F86E619F-D958-C9D7-8BAD-F0BD5C397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896018" y="3189704"/>
            <a:ext cx="684000" cy="684000"/>
          </a:xfrm>
          <a:prstGeom prst="rect">
            <a:avLst/>
          </a:prstGeom>
        </p:spPr>
      </p:pic>
      <p:pic>
        <p:nvPicPr>
          <p:cNvPr id="78" name="Graphic 77" descr="Wilting Pot Plant with solid fill">
            <a:extLst>
              <a:ext uri="{FF2B5EF4-FFF2-40B4-BE49-F238E27FC236}">
                <a16:creationId xmlns:a16="http://schemas.microsoft.com/office/drawing/2014/main" id="{2923112A-FFD6-EDC1-7185-2222115EB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0260490" y="3216394"/>
            <a:ext cx="648000" cy="648000"/>
          </a:xfrm>
          <a:prstGeom prst="rect">
            <a:avLst/>
          </a:prstGeom>
        </p:spPr>
      </p:pic>
      <p:pic>
        <p:nvPicPr>
          <p:cNvPr id="79" name="Graphic 78" descr="Flowers in pot with solid fill">
            <a:extLst>
              <a:ext uri="{FF2B5EF4-FFF2-40B4-BE49-F238E27FC236}">
                <a16:creationId xmlns:a16="http://schemas.microsoft.com/office/drawing/2014/main" id="{F7EA73F3-FDED-8CEA-533C-8C3B571A8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5896018" y="3782385"/>
            <a:ext cx="684000" cy="6840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68BB3514-9820-B0C6-913F-0AFD05589C0F}"/>
              </a:ext>
            </a:extLst>
          </p:cNvPr>
          <p:cNvSpPr txBox="1"/>
          <p:nvPr/>
        </p:nvSpPr>
        <p:spPr>
          <a:xfrm>
            <a:off x="6366446" y="4689476"/>
            <a:ext cx="2888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Event: </a:t>
            </a:r>
            <a:r>
              <a:rPr lang="en-GB" dirty="0"/>
              <a:t>plant flowering</a:t>
            </a:r>
          </a:p>
        </p:txBody>
      </p:sp>
      <p:pic>
        <p:nvPicPr>
          <p:cNvPr id="82" name="Graphic 81" descr="Flower without stem with solid fill">
            <a:extLst>
              <a:ext uri="{FF2B5EF4-FFF2-40B4-BE49-F238E27FC236}">
                <a16:creationId xmlns:a16="http://schemas.microsoft.com/office/drawing/2014/main" id="{4C85A1CF-C0CF-0763-05CF-71B9BAB07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8637054" y="2588680"/>
            <a:ext cx="761707" cy="761707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A63F6D05-0E84-77FD-AADB-94DD861DEED2}"/>
              </a:ext>
            </a:extLst>
          </p:cNvPr>
          <p:cNvSpPr/>
          <p:nvPr/>
        </p:nvSpPr>
        <p:spPr>
          <a:xfrm>
            <a:off x="6728884" y="2290621"/>
            <a:ext cx="3744000" cy="190375"/>
          </a:xfrm>
          <a:prstGeom prst="rect">
            <a:avLst/>
          </a:prstGeom>
          <a:solidFill>
            <a:srgbClr val="00B1C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9" name="Graphic 68" descr="Wilting Pot Plant with solid fill">
            <a:extLst>
              <a:ext uri="{FF2B5EF4-FFF2-40B4-BE49-F238E27FC236}">
                <a16:creationId xmlns:a16="http://schemas.microsoft.com/office/drawing/2014/main" id="{673A43E1-F229-4C31-EA4D-EB7C0C329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496648" y="2018708"/>
            <a:ext cx="648000" cy="648000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85586F4-9D33-2A1D-D0EA-0FC8FC4DE11A}"/>
              </a:ext>
            </a:extLst>
          </p:cNvPr>
          <p:cNvCxnSpPr>
            <a:cxnSpLocks/>
          </p:cNvCxnSpPr>
          <p:nvPr/>
        </p:nvCxnSpPr>
        <p:spPr>
          <a:xfrm>
            <a:off x="6728885" y="1386699"/>
            <a:ext cx="0" cy="3170067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B05A11-F26B-200B-6B88-BC088E68E35D}"/>
              </a:ext>
            </a:extLst>
          </p:cNvPr>
          <p:cNvCxnSpPr/>
          <p:nvPr/>
        </p:nvCxnSpPr>
        <p:spPr>
          <a:xfrm flipV="1">
            <a:off x="10468999" y="2178776"/>
            <a:ext cx="0" cy="409904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37AAE16-1E49-137D-E134-A9034AB23A37}"/>
              </a:ext>
            </a:extLst>
          </p:cNvPr>
          <p:cNvCxnSpPr/>
          <p:nvPr/>
        </p:nvCxnSpPr>
        <p:spPr>
          <a:xfrm flipV="1">
            <a:off x="10264681" y="3411363"/>
            <a:ext cx="0" cy="409904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7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3E72"/>
      </a:dk1>
      <a:lt1>
        <a:srgbClr val="FFFFFF"/>
      </a:lt1>
      <a:dk2>
        <a:srgbClr val="FFFFFF"/>
      </a:dk2>
      <a:lt2>
        <a:srgbClr val="68ACE5"/>
      </a:lt2>
      <a:accent1>
        <a:srgbClr val="0072CF"/>
      </a:accent1>
      <a:accent2>
        <a:srgbClr val="EA7125"/>
      </a:accent2>
      <a:accent3>
        <a:srgbClr val="D6083B"/>
      </a:accent3>
      <a:accent4>
        <a:srgbClr val="55A51C"/>
      </a:accent4>
      <a:accent5>
        <a:srgbClr val="8F2BBC"/>
      </a:accent5>
      <a:accent6>
        <a:srgbClr val="00B1C1"/>
      </a:accent6>
      <a:hlink>
        <a:srgbClr val="58A618"/>
      </a:hlink>
      <a:folHlink>
        <a:srgbClr val="8E25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Vicki Hodgson</dc:creator>
  <cp:lastModifiedBy>Vicki Hodgson</cp:lastModifiedBy>
  <cp:revision>3</cp:revision>
  <dcterms:created xsi:type="dcterms:W3CDTF">2025-06-18T10:32:29Z</dcterms:created>
  <dcterms:modified xsi:type="dcterms:W3CDTF">2026-08-19T07:09:43Z</dcterms:modified>
</cp:coreProperties>
</file>